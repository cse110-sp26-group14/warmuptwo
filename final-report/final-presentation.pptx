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4"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Figtree"/>
      <p:regular r:id="rId13"/>
      <p:bold r:id="rId14"/>
      <p:italic r:id="rId15"/>
      <p:boldItalic r:id="rId16"/>
    </p:embeddedFont>
    <p:embeddedFont>
      <p:font typeface="Jost Light"/>
      <p:regular r:id="rId17"/>
      <p:bold r:id="rId18"/>
      <p:italic r:id="rId19"/>
      <p:boldItalic r:id="rId20"/>
    </p:embeddedFont>
    <p:embeddedFont>
      <p:font typeface="Figtree Medium"/>
      <p:regular r:id="rId21"/>
      <p:bold r:id="rId22"/>
      <p:italic r:id="rId23"/>
      <p:boldItalic r:id="rId24"/>
    </p:embeddedFont>
    <p:embeddedFont>
      <p:font typeface="Figtree Light"/>
      <p:regular r:id="rId25"/>
      <p:bold r:id="rId26"/>
      <p:italic r:id="rId27"/>
      <p:boldItalic r:id="rId28"/>
    </p:embeddedFont>
    <p:embeddedFont>
      <p:font typeface="Jost"/>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JostLight-boldItalic.fntdata"/><Relationship Id="rId22" Type="http://schemas.openxmlformats.org/officeDocument/2006/relationships/font" Target="fonts/FigtreeMedium-bold.fntdata"/><Relationship Id="rId21" Type="http://schemas.openxmlformats.org/officeDocument/2006/relationships/font" Target="fonts/FigtreeMedium-regular.fntdata"/><Relationship Id="rId24" Type="http://schemas.openxmlformats.org/officeDocument/2006/relationships/font" Target="fonts/FigtreeMedium-boldItalic.fntdata"/><Relationship Id="rId23" Type="http://schemas.openxmlformats.org/officeDocument/2006/relationships/font" Target="fonts/FigtreeMedium-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FigtreeLight-bold.fntdata"/><Relationship Id="rId25" Type="http://schemas.openxmlformats.org/officeDocument/2006/relationships/font" Target="fonts/FigtreeLight-regular.fntdata"/><Relationship Id="rId28" Type="http://schemas.openxmlformats.org/officeDocument/2006/relationships/font" Target="fonts/FigtreeLight-boldItalic.fntdata"/><Relationship Id="rId27" Type="http://schemas.openxmlformats.org/officeDocument/2006/relationships/font" Target="fonts/FigtreeLight-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Jost-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Jost-italic.fntdata"/><Relationship Id="rId30" Type="http://schemas.openxmlformats.org/officeDocument/2006/relationships/font" Target="fonts/Jost-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Jost-boldItalic.fntdata"/><Relationship Id="rId13" Type="http://schemas.openxmlformats.org/officeDocument/2006/relationships/font" Target="fonts/Figtree-regular.fntdata"/><Relationship Id="rId12" Type="http://schemas.openxmlformats.org/officeDocument/2006/relationships/slide" Target="slides/slide7.xml"/><Relationship Id="rId15" Type="http://schemas.openxmlformats.org/officeDocument/2006/relationships/font" Target="fonts/Figtree-italic.fntdata"/><Relationship Id="rId14" Type="http://schemas.openxmlformats.org/officeDocument/2006/relationships/font" Target="fonts/Figtree-bold.fntdata"/><Relationship Id="rId17" Type="http://schemas.openxmlformats.org/officeDocument/2006/relationships/font" Target="fonts/JostLight-regular.fntdata"/><Relationship Id="rId16" Type="http://schemas.openxmlformats.org/officeDocument/2006/relationships/font" Target="fonts/Figtree-boldItalic.fntdata"/><Relationship Id="rId19" Type="http://schemas.openxmlformats.org/officeDocument/2006/relationships/font" Target="fonts/JostLight-italic.fntdata"/><Relationship Id="rId18" Type="http://schemas.openxmlformats.org/officeDocument/2006/relationships/font" Target="fonts/JostLigh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e606471fed_25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e606471fed_25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Hi, we're CSStress and yes, the name is accurate, we did stress about the this assignment.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This is our Tech Warmup II presentation, where we answer the question: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can you build a real, working app entirely through AI prompts?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Spoiler: yes. But also  it tried to fight us. A lot.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Let's get into it.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e606471fed_1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3e606471fed_1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Before we even touched a single line of code, we performed detailed research on all sorts of slot machines: the logic behind the scenes, game mechanics, visual design, and user behavior to name a few.</a:t>
            </a:r>
            <a:endParaRPr>
              <a:solidFill>
                <a:schemeClr val="dk1"/>
              </a:solidFill>
            </a:endParaRPr>
          </a:p>
          <a:p>
            <a:pPr indent="0" lvl="0" marL="0" rtl="0" algn="l">
              <a:lnSpc>
                <a:spcPct val="115000"/>
              </a:lnSpc>
              <a:spcBef>
                <a:spcPts val="0"/>
              </a:spcBef>
              <a:spcAft>
                <a:spcPts val="0"/>
              </a:spcAft>
              <a:buNone/>
            </a:pPr>
            <a:r>
              <a:rPr lang="en">
                <a:solidFill>
                  <a:schemeClr val="dk1"/>
                </a:solidFill>
              </a:rPr>
              <a:t>We identified three types of users: casual players, competitive players, and people just looking to relax and have a good time.</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That research directly shaped our personas and every AI prompt we wrote after.</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d89c378f0c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d89c378f0c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3. We have two personas: Johnathan Shade, 64 years old , a retiree who has recently gained a dangerous overconfidence about his luck.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He wants big bets, pure luck, and absolutely no progression systems. Patience is not a word in his vocabulary.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And then there's the unnamed casual first-timer who found the app through an ad, not a gambler, just curious. Relatable.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These two users pulled the design in completely opposite directions,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which showed us how the process of real product development works.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The domain </a:t>
            </a:r>
            <a:r>
              <a:rPr lang="en" sz="1200">
                <a:solidFill>
                  <a:srgbClr val="EEF0FF"/>
                </a:solidFill>
                <a:highlight>
                  <a:schemeClr val="dk1"/>
                </a:highlight>
              </a:rPr>
              <a:t>specification</a:t>
            </a:r>
            <a:r>
              <a:rPr lang="en">
                <a:solidFill>
                  <a:schemeClr val="dk1"/>
                </a:solidFill>
              </a:rPr>
              <a:t> came out of this step: our themes, audio, progression, and clean code are all required.</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e606471fed_1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e606471fed_1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Here was our approach: we used OpenAI Codex, small steps, and a strict Prompt → Test → Log cycle every run.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Three stages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First we build a base, then - improve with research, </a:t>
            </a:r>
            <a:r>
              <a:rPr lang="en">
                <a:solidFill>
                  <a:schemeClr val="dk1"/>
                </a:solidFill>
              </a:rPr>
              <a:t>finally</a:t>
            </a:r>
            <a:r>
              <a:rPr lang="en">
                <a:solidFill>
                  <a:schemeClr val="dk1"/>
                </a:solidFill>
              </a:rPr>
              <a:t>  refactor and test.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 prompts grew with the project.  First Run  was simple make a slot machine . By Run 3 we were asking for JSDoc annotations, modular structure, and unit tests. By Run 10 we were sending</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detailed instructions covering modals, themes, audio, and icon changes all at once.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d89c378f0c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d89c378f0c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The 20 Runs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Here are the highlights.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Runs 1–2: basic slot machine, AI token theme.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Run 3: We pulled out the game-logic, added JSDoc type annotations, unit tests and basically gave the app a backbone.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Runs 4 and 5: Added three full themes - Lantern Festival, Riviera Postcards, Oasis Caravan.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Run 6: vault mechanic with push-your-luck risk.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Runs 7 to 9: Web Audio API. The app now has a soundtrack. Multiple soundtracks, actually.</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Runs 10 to 12: added live rules, renamed our slot machine to Lucky Spin Casino, and created two game modes.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Runs 13–20: focused on animation, layout fixes, and reel centering — which took more runs than we expected.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e606471fed_9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3e606471fed_9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Finally, our ultimate product. Our Lucky Spin Casino has 2 game modes: the Classic 3-Reel where winning a jackpot requires 3 matches and then the Big 5-Reel (shoutout to my dad’s favorite store). To spice up the ambiance, we have provided 3 different themes for you all: we got the Lantern Festival (in honor of our happy Chinese friends), and we also got Riviera Postcards and the Oasis Caravan. Variety is a priority! </a:t>
            </a:r>
            <a:r>
              <a:rPr lang="en">
                <a:solidFill>
                  <a:schemeClr val="dk1"/>
                </a:solidFill>
              </a:rPr>
              <a:t>Next we have the</a:t>
            </a:r>
            <a:r>
              <a:rPr lang="en">
                <a:solidFill>
                  <a:schemeClr val="dk1"/>
                </a:solidFill>
              </a:rPr>
              <a:t> vault mechanic, which rewards patience (unless you get a not so fortunate combo and happen to lose all of your progress). And the code? We got over 2,700 lines of JavaScript, all structured, all documented, all tested.</a:t>
            </a:r>
            <a:endParaRPr>
              <a:solidFill>
                <a:schemeClr val="dk1"/>
              </a:solidFill>
            </a:endParaRPr>
          </a:p>
          <a:p>
            <a:pPr indent="0" lvl="0" marL="0" rtl="0" algn="l">
              <a:lnSpc>
                <a:spcPct val="115000"/>
              </a:lnSpc>
              <a:spcBef>
                <a:spcPts val="0"/>
              </a:spcBef>
              <a:spcAft>
                <a:spcPts val="0"/>
              </a:spcAft>
              <a:buNone/>
            </a:pPr>
            <a:r>
              <a:rPr lang="en">
                <a:solidFill>
                  <a:schemeClr val="dk1"/>
                </a:solidFill>
              </a:rPr>
              <a:t>A long ways away from Token Furnace 3000.</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d89c378f0c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3d89c378f0c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So what did we actually learn?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a:t>
            </a:r>
            <a:r>
              <a:rPr lang="en">
                <a:solidFill>
                  <a:schemeClr val="dk1"/>
                </a:solidFill>
              </a:rPr>
              <a:t>One</a:t>
            </a:r>
            <a:r>
              <a:rPr lang="en">
                <a:solidFill>
                  <a:schemeClr val="dk1"/>
                </a:solidFill>
              </a:rPr>
              <a:t>: precision beats luck;  the more specific the prompt, the cleaner the output.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a:t>
            </a:r>
            <a:r>
              <a:rPr lang="en">
                <a:solidFill>
                  <a:schemeClr val="dk1"/>
                </a:solidFill>
              </a:rPr>
              <a:t>Two</a:t>
            </a:r>
            <a:r>
              <a:rPr lang="en">
                <a:solidFill>
                  <a:schemeClr val="dk1"/>
                </a:solidFill>
              </a:rPr>
              <a:t>: AI is great with features, but not so much with layout.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Reel centering? We fought that across multiple runs and it still had opinions.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a:t>
            </a:r>
            <a:r>
              <a:rPr lang="en">
                <a:solidFill>
                  <a:schemeClr val="dk1"/>
                </a:solidFill>
              </a:rPr>
              <a:t>Three</a:t>
            </a:r>
            <a:r>
              <a:rPr lang="en">
                <a:solidFill>
                  <a:schemeClr val="dk1"/>
                </a:solidFill>
              </a:rPr>
              <a:t>: Modular code from run 3 kept everything stable for 17 more runs. Amazing!</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a:t>
            </a:r>
            <a:r>
              <a:rPr lang="en">
                <a:solidFill>
                  <a:schemeClr val="dk1"/>
                </a:solidFill>
              </a:rPr>
              <a:t>Four</a:t>
            </a:r>
            <a:r>
              <a:rPr lang="en">
                <a:solidFill>
                  <a:schemeClr val="dk1"/>
                </a:solidFill>
              </a:rPr>
              <a:t>: We found that feeding each run's changes into the next prompt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stopped Codex from forgetting what it had already built.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And five  maybe the most important one: human judgment is the real driver.</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Every improvement came from someone on the team actually looking at the product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and asking the right question.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AI does the work. We do the thinking. That's the warmup. Though we’re overheating a bit over here.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Alt 1">
  <p:cSld name="CUSTOM_7_1_1_1_1_1_1_1_1_1_1_1_1_1_1_1_1">
    <p:spTree>
      <p:nvGrpSpPr>
        <p:cNvPr id="10" name="Shape 10"/>
        <p:cNvGrpSpPr/>
        <p:nvPr/>
      </p:nvGrpSpPr>
      <p:grpSpPr>
        <a:xfrm>
          <a:off x="0" y="0"/>
          <a:ext cx="0" cy="0"/>
          <a:chOff x="0" y="0"/>
          <a:chExt cx="0" cy="0"/>
        </a:xfrm>
      </p:grpSpPr>
      <p:pic>
        <p:nvPicPr>
          <p:cNvPr id="11" name="Google Shape;11;p2"/>
          <p:cNvPicPr preferRelativeResize="0"/>
          <p:nvPr/>
        </p:nvPicPr>
        <p:blipFill>
          <a:blip r:embed="rId2">
            <a:alphaModFix/>
          </a:blip>
          <a:stretch>
            <a:fillRect/>
          </a:stretch>
        </p:blipFill>
        <p:spPr>
          <a:xfrm>
            <a:off x="0" y="0"/>
            <a:ext cx="9144003" cy="5143501"/>
          </a:xfrm>
          <a:prstGeom prst="rect">
            <a:avLst/>
          </a:prstGeom>
          <a:noFill/>
          <a:ln>
            <a:noFill/>
          </a:ln>
        </p:spPr>
      </p:pic>
      <p:sp>
        <p:nvSpPr>
          <p:cNvPr id="12" name="Google Shape;12;p2"/>
          <p:cNvSpPr txBox="1"/>
          <p:nvPr>
            <p:ph idx="1" type="subTitle"/>
          </p:nvPr>
        </p:nvSpPr>
        <p:spPr>
          <a:xfrm>
            <a:off x="228225" y="1298200"/>
            <a:ext cx="2712000" cy="174300"/>
          </a:xfrm>
          <a:prstGeom prst="rect">
            <a:avLst/>
          </a:prstGeom>
        </p:spPr>
        <p:txBody>
          <a:bodyPr anchorCtr="0" anchor="t" bIns="0" lIns="0" spcFirstLastPara="1" rIns="0" wrap="square" tIns="0">
            <a:sp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3" name="Google Shape;13;p2"/>
          <p:cNvSpPr txBox="1"/>
          <p:nvPr>
            <p:ph type="title"/>
          </p:nvPr>
        </p:nvSpPr>
        <p:spPr>
          <a:xfrm>
            <a:off x="228225" y="4579187"/>
            <a:ext cx="7310400" cy="4050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Figtree Light"/>
              <a:buNone/>
              <a:defRPr sz="800">
                <a:latin typeface="Figtree Light"/>
                <a:ea typeface="Figtree Light"/>
                <a:cs typeface="Figtree Light"/>
                <a:sym typeface="Figtree Light"/>
              </a:defRPr>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Clr>
                <a:schemeClr val="dk1"/>
              </a:buClr>
              <a:buSzPts val="1400"/>
              <a:buNone/>
              <a:defRPr/>
            </a:lvl5pPr>
            <a:lvl6pPr lvl="5">
              <a:spcBef>
                <a:spcPts val="0"/>
              </a:spcBef>
              <a:spcAft>
                <a:spcPts val="0"/>
              </a:spcAft>
              <a:buClr>
                <a:schemeClr val="dk1"/>
              </a:buClr>
              <a:buSzPts val="1400"/>
              <a:buNone/>
              <a:defRPr/>
            </a:lvl6pPr>
            <a:lvl7pPr lvl="6">
              <a:spcBef>
                <a:spcPts val="0"/>
              </a:spcBef>
              <a:spcAft>
                <a:spcPts val="0"/>
              </a:spcAft>
              <a:buClr>
                <a:schemeClr val="dk1"/>
              </a:buClr>
              <a:buSzPts val="1400"/>
              <a:buNone/>
              <a:defRPr/>
            </a:lvl7pPr>
            <a:lvl8pPr lvl="7">
              <a:spcBef>
                <a:spcPts val="0"/>
              </a:spcBef>
              <a:spcAft>
                <a:spcPts val="0"/>
              </a:spcAft>
              <a:buClr>
                <a:schemeClr val="dk1"/>
              </a:buClr>
              <a:buSzPts val="1400"/>
              <a:buNone/>
              <a:defRPr/>
            </a:lvl8pPr>
            <a:lvl9pPr lvl="8">
              <a:spcBef>
                <a:spcPts val="0"/>
              </a:spcBef>
              <a:spcAft>
                <a:spcPts val="0"/>
              </a:spcAft>
              <a:buClr>
                <a:schemeClr val="dk1"/>
              </a:buClr>
              <a:buSzPts val="1400"/>
              <a:buNone/>
              <a:defRPr/>
            </a:lvl9pPr>
          </a:lstStyle>
          <a:p/>
        </p:txBody>
      </p:sp>
      <p:sp>
        <p:nvSpPr>
          <p:cNvPr id="14" name="Google Shape;14;p2"/>
          <p:cNvSpPr txBox="1"/>
          <p:nvPr>
            <p:ph idx="2" type="subTitle"/>
          </p:nvPr>
        </p:nvSpPr>
        <p:spPr>
          <a:xfrm>
            <a:off x="228225" y="2260925"/>
            <a:ext cx="5340300" cy="267000"/>
          </a:xfrm>
          <a:prstGeom prst="rect">
            <a:avLst/>
          </a:prstGeom>
        </p:spPr>
        <p:txBody>
          <a:bodyPr anchorCtr="0" anchor="t" bIns="0" lIns="0" spcFirstLastPara="1" rIns="0" wrap="square" tIns="0">
            <a:spAutoFit/>
          </a:bodyPr>
          <a:lstStyle>
            <a:lvl1pPr lvl="0">
              <a:spcBef>
                <a:spcPts val="0"/>
              </a:spcBef>
              <a:spcAft>
                <a:spcPts val="0"/>
              </a:spcAft>
              <a:buNone/>
              <a:defRPr sz="1200">
                <a:solidFill>
                  <a:schemeClr val="dk2"/>
                </a:solidFill>
              </a:defRPr>
            </a:lvl1pPr>
            <a:lvl2pPr lvl="1">
              <a:spcBef>
                <a:spcPts val="0"/>
              </a:spcBef>
              <a:spcAft>
                <a:spcPts val="0"/>
              </a:spcAft>
              <a:buNone/>
              <a:defRPr sz="1200">
                <a:solidFill>
                  <a:schemeClr val="dk2"/>
                </a:solidFill>
              </a:defRPr>
            </a:lvl2pPr>
            <a:lvl3pPr lvl="2">
              <a:spcBef>
                <a:spcPts val="0"/>
              </a:spcBef>
              <a:spcAft>
                <a:spcPts val="0"/>
              </a:spcAft>
              <a:buNone/>
              <a:defRPr sz="1200">
                <a:solidFill>
                  <a:schemeClr val="dk2"/>
                </a:solidFill>
              </a:defRPr>
            </a:lvl3pPr>
            <a:lvl4pPr lvl="3">
              <a:spcBef>
                <a:spcPts val="0"/>
              </a:spcBef>
              <a:spcAft>
                <a:spcPts val="0"/>
              </a:spcAft>
              <a:buNone/>
              <a:defRPr sz="1200">
                <a:solidFill>
                  <a:schemeClr val="dk2"/>
                </a:solidFill>
              </a:defRPr>
            </a:lvl4pPr>
            <a:lvl5pPr lvl="4">
              <a:spcBef>
                <a:spcPts val="0"/>
              </a:spcBef>
              <a:spcAft>
                <a:spcPts val="0"/>
              </a:spcAft>
              <a:buNone/>
              <a:defRPr sz="1200">
                <a:solidFill>
                  <a:schemeClr val="dk2"/>
                </a:solidFill>
              </a:defRPr>
            </a:lvl5pPr>
            <a:lvl6pPr lvl="5">
              <a:spcBef>
                <a:spcPts val="0"/>
              </a:spcBef>
              <a:spcAft>
                <a:spcPts val="0"/>
              </a:spcAft>
              <a:buNone/>
              <a:defRPr sz="1200">
                <a:solidFill>
                  <a:schemeClr val="dk2"/>
                </a:solidFill>
              </a:defRPr>
            </a:lvl6pPr>
            <a:lvl7pPr lvl="6">
              <a:spcBef>
                <a:spcPts val="0"/>
              </a:spcBef>
              <a:spcAft>
                <a:spcPts val="0"/>
              </a:spcAft>
              <a:buNone/>
              <a:defRPr sz="1200">
                <a:solidFill>
                  <a:schemeClr val="dk2"/>
                </a:solidFill>
              </a:defRPr>
            </a:lvl7pPr>
            <a:lvl8pPr lvl="7">
              <a:spcBef>
                <a:spcPts val="0"/>
              </a:spcBef>
              <a:spcAft>
                <a:spcPts val="0"/>
              </a:spcAft>
              <a:buNone/>
              <a:defRPr sz="1200">
                <a:solidFill>
                  <a:schemeClr val="dk2"/>
                </a:solidFill>
              </a:defRPr>
            </a:lvl8pPr>
            <a:lvl9pPr lvl="8">
              <a:spcBef>
                <a:spcPts val="0"/>
              </a:spcBef>
              <a:spcAft>
                <a:spcPts val="0"/>
              </a:spcAft>
              <a:buNone/>
              <a:defRPr sz="1200">
                <a:solidFill>
                  <a:schemeClr val="dk2"/>
                </a:solidFill>
              </a:defRPr>
            </a:lvl9pPr>
          </a:lstStyle>
          <a:p/>
        </p:txBody>
      </p:sp>
      <p:sp>
        <p:nvSpPr>
          <p:cNvPr id="15" name="Google Shape;15;p2"/>
          <p:cNvSpPr txBox="1"/>
          <p:nvPr>
            <p:ph idx="3" type="title"/>
          </p:nvPr>
        </p:nvSpPr>
        <p:spPr>
          <a:xfrm>
            <a:off x="189618" y="1545733"/>
            <a:ext cx="8278500" cy="1444200"/>
          </a:xfrm>
          <a:prstGeom prst="rect">
            <a:avLst/>
          </a:prstGeom>
        </p:spPr>
        <p:txBody>
          <a:bodyPr anchorCtr="0" anchor="t" bIns="91425" lIns="0" spcFirstLastPara="1" rIns="91425" wrap="square" tIns="91425">
            <a:noAutofit/>
          </a:bodyPr>
          <a:lstStyle>
            <a:lvl1pPr lvl="0">
              <a:lnSpc>
                <a:spcPct val="80000"/>
              </a:lnSpc>
              <a:spcBef>
                <a:spcPts val="0"/>
              </a:spcBef>
              <a:spcAft>
                <a:spcPts val="0"/>
              </a:spcAft>
              <a:buClr>
                <a:schemeClr val="dk1"/>
              </a:buClr>
              <a:buSzPts val="8000"/>
              <a:buFont typeface="Figtree"/>
              <a:buNone/>
              <a:defRPr sz="8000"/>
            </a:lvl1pPr>
            <a:lvl2pPr lvl="1">
              <a:spcBef>
                <a:spcPts val="0"/>
              </a:spcBef>
              <a:spcAft>
                <a:spcPts val="0"/>
              </a:spcAft>
              <a:buClr>
                <a:schemeClr val="dk1"/>
              </a:buClr>
              <a:buSzPts val="8000"/>
              <a:buNone/>
              <a:defRPr sz="8000">
                <a:solidFill>
                  <a:schemeClr val="dk1"/>
                </a:solidFill>
              </a:defRPr>
            </a:lvl2pPr>
            <a:lvl3pPr lvl="2">
              <a:spcBef>
                <a:spcPts val="0"/>
              </a:spcBef>
              <a:spcAft>
                <a:spcPts val="0"/>
              </a:spcAft>
              <a:buClr>
                <a:schemeClr val="dk1"/>
              </a:buClr>
              <a:buSzPts val="8000"/>
              <a:buNone/>
              <a:defRPr sz="8000">
                <a:solidFill>
                  <a:schemeClr val="dk1"/>
                </a:solidFill>
              </a:defRPr>
            </a:lvl3pPr>
            <a:lvl4pPr lvl="3">
              <a:spcBef>
                <a:spcPts val="0"/>
              </a:spcBef>
              <a:spcAft>
                <a:spcPts val="0"/>
              </a:spcAft>
              <a:buClr>
                <a:schemeClr val="dk1"/>
              </a:buClr>
              <a:buSzPts val="8000"/>
              <a:buNone/>
              <a:defRPr sz="8000">
                <a:solidFill>
                  <a:schemeClr val="dk1"/>
                </a:solidFill>
              </a:defRPr>
            </a:lvl4pPr>
            <a:lvl5pPr lvl="4">
              <a:spcBef>
                <a:spcPts val="0"/>
              </a:spcBef>
              <a:spcAft>
                <a:spcPts val="0"/>
              </a:spcAft>
              <a:buClr>
                <a:schemeClr val="dk1"/>
              </a:buClr>
              <a:buSzPts val="8000"/>
              <a:buNone/>
              <a:defRPr sz="8000">
                <a:solidFill>
                  <a:schemeClr val="dk1"/>
                </a:solidFill>
              </a:defRPr>
            </a:lvl5pPr>
            <a:lvl6pPr lvl="5">
              <a:spcBef>
                <a:spcPts val="0"/>
              </a:spcBef>
              <a:spcAft>
                <a:spcPts val="0"/>
              </a:spcAft>
              <a:buClr>
                <a:schemeClr val="dk1"/>
              </a:buClr>
              <a:buSzPts val="8000"/>
              <a:buNone/>
              <a:defRPr sz="8000">
                <a:solidFill>
                  <a:schemeClr val="dk1"/>
                </a:solidFill>
              </a:defRPr>
            </a:lvl6pPr>
            <a:lvl7pPr lvl="6">
              <a:spcBef>
                <a:spcPts val="0"/>
              </a:spcBef>
              <a:spcAft>
                <a:spcPts val="0"/>
              </a:spcAft>
              <a:buClr>
                <a:schemeClr val="dk1"/>
              </a:buClr>
              <a:buSzPts val="8000"/>
              <a:buNone/>
              <a:defRPr sz="8000">
                <a:solidFill>
                  <a:schemeClr val="dk1"/>
                </a:solidFill>
              </a:defRPr>
            </a:lvl7pPr>
            <a:lvl8pPr lvl="7">
              <a:spcBef>
                <a:spcPts val="0"/>
              </a:spcBef>
              <a:spcAft>
                <a:spcPts val="0"/>
              </a:spcAft>
              <a:buClr>
                <a:schemeClr val="dk1"/>
              </a:buClr>
              <a:buSzPts val="8000"/>
              <a:buNone/>
              <a:defRPr sz="8000">
                <a:solidFill>
                  <a:schemeClr val="dk1"/>
                </a:solidFill>
              </a:defRPr>
            </a:lvl8pPr>
            <a:lvl9pPr lvl="8">
              <a:spcBef>
                <a:spcPts val="0"/>
              </a:spcBef>
              <a:spcAft>
                <a:spcPts val="0"/>
              </a:spcAft>
              <a:buClr>
                <a:schemeClr val="dk1"/>
              </a:buClr>
              <a:buSzPts val="8000"/>
              <a:buNone/>
              <a:defRPr sz="80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CUSTOM_1_1">
    <p:spTree>
      <p:nvGrpSpPr>
        <p:cNvPr id="16" name="Shape 16"/>
        <p:cNvGrpSpPr/>
        <p:nvPr/>
      </p:nvGrpSpPr>
      <p:grpSpPr>
        <a:xfrm>
          <a:off x="0" y="0"/>
          <a:ext cx="0" cy="0"/>
          <a:chOff x="0" y="0"/>
          <a:chExt cx="0" cy="0"/>
        </a:xfrm>
      </p:grpSpPr>
      <p:sp>
        <p:nvSpPr>
          <p:cNvPr id="17" name="Google Shape;17;p3"/>
          <p:cNvSpPr/>
          <p:nvPr/>
        </p:nvSpPr>
        <p:spPr>
          <a:xfrm>
            <a:off x="0" y="0"/>
            <a:ext cx="2406900" cy="240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8" name="Google Shape;18;p3"/>
          <p:cNvSpPr/>
          <p:nvPr/>
        </p:nvSpPr>
        <p:spPr>
          <a:xfrm>
            <a:off x="7172525" y="0"/>
            <a:ext cx="1971600" cy="5143500"/>
          </a:xfrm>
          <a:prstGeom prst="rect">
            <a:avLst/>
          </a:prstGeom>
          <a:gradFill>
            <a:gsLst>
              <a:gs pos="0">
                <a:schemeClr val="accent6"/>
              </a:gs>
              <a:gs pos="100000">
                <a:schemeClr val="lt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9" name="Google Shape;19;p3"/>
          <p:cNvSpPr txBox="1"/>
          <p:nvPr>
            <p:ph type="title"/>
          </p:nvPr>
        </p:nvSpPr>
        <p:spPr>
          <a:xfrm>
            <a:off x="3809850" y="1269500"/>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0" name="Google Shape;20;p3"/>
          <p:cNvSpPr txBox="1"/>
          <p:nvPr>
            <p:ph idx="2" type="title"/>
          </p:nvPr>
        </p:nvSpPr>
        <p:spPr>
          <a:xfrm>
            <a:off x="3154650" y="3495050"/>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21" name="Google Shape;21;p3"/>
          <p:cNvSpPr txBox="1"/>
          <p:nvPr>
            <p:ph idx="3" type="title"/>
          </p:nvPr>
        </p:nvSpPr>
        <p:spPr>
          <a:xfrm>
            <a:off x="230075" y="58625"/>
            <a:ext cx="2500500" cy="172200"/>
          </a:xfrm>
          <a:prstGeom prst="rect">
            <a:avLst/>
          </a:prstGeom>
        </p:spPr>
        <p:txBody>
          <a:bodyPr anchorCtr="0" anchor="t" bIns="0" lIns="0" spcFirstLastPara="1" rIns="0" wrap="square" tIns="0">
            <a:noAutofit/>
          </a:bodyPr>
          <a:lstStyle>
            <a:lvl1pPr lvl="0">
              <a:spcBef>
                <a:spcPts val="0"/>
              </a:spcBef>
              <a:spcAft>
                <a:spcPts val="0"/>
              </a:spcAft>
              <a:buNone/>
              <a:defRPr sz="7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2" name="Google Shape;22;p3"/>
          <p:cNvSpPr txBox="1"/>
          <p:nvPr>
            <p:ph idx="4" type="title"/>
          </p:nvPr>
        </p:nvSpPr>
        <p:spPr>
          <a:xfrm>
            <a:off x="6414875" y="58625"/>
            <a:ext cx="2500500" cy="1722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3" name="Google Shape;23;p3"/>
          <p:cNvSpPr txBox="1"/>
          <p:nvPr>
            <p:ph idx="5" type="title"/>
          </p:nvPr>
        </p:nvSpPr>
        <p:spPr>
          <a:xfrm>
            <a:off x="3809850" y="1714600"/>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4" name="Google Shape;24;p3"/>
          <p:cNvSpPr txBox="1"/>
          <p:nvPr>
            <p:ph idx="6" type="title"/>
          </p:nvPr>
        </p:nvSpPr>
        <p:spPr>
          <a:xfrm>
            <a:off x="3809850" y="2159700"/>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5" name="Google Shape;25;p3"/>
          <p:cNvSpPr txBox="1"/>
          <p:nvPr>
            <p:ph idx="7" type="title"/>
          </p:nvPr>
        </p:nvSpPr>
        <p:spPr>
          <a:xfrm>
            <a:off x="3809850" y="2593988"/>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6" name="Google Shape;26;p3"/>
          <p:cNvSpPr txBox="1"/>
          <p:nvPr>
            <p:ph idx="8" type="title"/>
          </p:nvPr>
        </p:nvSpPr>
        <p:spPr>
          <a:xfrm>
            <a:off x="3809850" y="3036613"/>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7" name="Google Shape;27;p3"/>
          <p:cNvSpPr txBox="1"/>
          <p:nvPr>
            <p:ph idx="9" type="title"/>
          </p:nvPr>
        </p:nvSpPr>
        <p:spPr>
          <a:xfrm>
            <a:off x="3809850" y="3479238"/>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28" name="Google Shape;28;p3"/>
          <p:cNvSpPr txBox="1"/>
          <p:nvPr>
            <p:ph idx="13" type="title"/>
          </p:nvPr>
        </p:nvSpPr>
        <p:spPr>
          <a:xfrm>
            <a:off x="3154650" y="3049925"/>
            <a:ext cx="592800" cy="368100"/>
          </a:xfrm>
          <a:prstGeom prst="rect">
            <a:avLst/>
          </a:prstGeom>
        </p:spPr>
        <p:txBody>
          <a:bodyPr anchorCtr="0" anchor="ctr"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latin typeface="Figtree"/>
                <a:ea typeface="Figtree"/>
                <a:cs typeface="Figtree"/>
                <a:sym typeface="Figtree"/>
              </a:defRPr>
            </a:lvl2pPr>
            <a:lvl3pPr lvl="2">
              <a:spcBef>
                <a:spcPts val="0"/>
              </a:spcBef>
              <a:spcAft>
                <a:spcPts val="0"/>
              </a:spcAft>
              <a:buClr>
                <a:schemeClr val="dk1"/>
              </a:buClr>
              <a:buSzPts val="2400"/>
              <a:buFont typeface="Figtree"/>
              <a:buNone/>
              <a:defRPr sz="2400">
                <a:latin typeface="Figtree"/>
                <a:ea typeface="Figtree"/>
                <a:cs typeface="Figtree"/>
                <a:sym typeface="Figtree"/>
              </a:defRPr>
            </a:lvl3pPr>
            <a:lvl4pPr lvl="3">
              <a:spcBef>
                <a:spcPts val="0"/>
              </a:spcBef>
              <a:spcAft>
                <a:spcPts val="0"/>
              </a:spcAft>
              <a:buClr>
                <a:schemeClr val="dk1"/>
              </a:buClr>
              <a:buSzPts val="2400"/>
              <a:buFont typeface="Figtree"/>
              <a:buNone/>
              <a:defRPr sz="2400">
                <a:latin typeface="Figtree"/>
                <a:ea typeface="Figtree"/>
                <a:cs typeface="Figtree"/>
                <a:sym typeface="Figtree"/>
              </a:defRPr>
            </a:lvl4pPr>
            <a:lvl5pPr lvl="4">
              <a:spcBef>
                <a:spcPts val="0"/>
              </a:spcBef>
              <a:spcAft>
                <a:spcPts val="0"/>
              </a:spcAft>
              <a:buClr>
                <a:schemeClr val="dk1"/>
              </a:buClr>
              <a:buSzPts val="2400"/>
              <a:buFont typeface="Figtree"/>
              <a:buNone/>
              <a:defRPr sz="2400">
                <a:latin typeface="Figtree"/>
                <a:ea typeface="Figtree"/>
                <a:cs typeface="Figtree"/>
                <a:sym typeface="Figtree"/>
              </a:defRPr>
            </a:lvl5pPr>
            <a:lvl6pPr lvl="5">
              <a:spcBef>
                <a:spcPts val="0"/>
              </a:spcBef>
              <a:spcAft>
                <a:spcPts val="0"/>
              </a:spcAft>
              <a:buClr>
                <a:schemeClr val="dk1"/>
              </a:buClr>
              <a:buSzPts val="2400"/>
              <a:buFont typeface="Figtree"/>
              <a:buNone/>
              <a:defRPr sz="2400">
                <a:latin typeface="Figtree"/>
                <a:ea typeface="Figtree"/>
                <a:cs typeface="Figtree"/>
                <a:sym typeface="Figtree"/>
              </a:defRPr>
            </a:lvl6pPr>
            <a:lvl7pPr lvl="6">
              <a:spcBef>
                <a:spcPts val="0"/>
              </a:spcBef>
              <a:spcAft>
                <a:spcPts val="0"/>
              </a:spcAft>
              <a:buClr>
                <a:schemeClr val="dk1"/>
              </a:buClr>
              <a:buSzPts val="2400"/>
              <a:buFont typeface="Figtree"/>
              <a:buNone/>
              <a:defRPr sz="2400">
                <a:latin typeface="Figtree"/>
                <a:ea typeface="Figtree"/>
                <a:cs typeface="Figtree"/>
                <a:sym typeface="Figtree"/>
              </a:defRPr>
            </a:lvl7pPr>
            <a:lvl8pPr lvl="7">
              <a:spcBef>
                <a:spcPts val="0"/>
              </a:spcBef>
              <a:spcAft>
                <a:spcPts val="0"/>
              </a:spcAft>
              <a:buClr>
                <a:schemeClr val="dk1"/>
              </a:buClr>
              <a:buSzPts val="2400"/>
              <a:buFont typeface="Figtree"/>
              <a:buNone/>
              <a:defRPr sz="2400">
                <a:latin typeface="Figtree"/>
                <a:ea typeface="Figtree"/>
                <a:cs typeface="Figtree"/>
                <a:sym typeface="Figtree"/>
              </a:defRPr>
            </a:lvl8pPr>
            <a:lvl9pPr lvl="8">
              <a:spcBef>
                <a:spcPts val="0"/>
              </a:spcBef>
              <a:spcAft>
                <a:spcPts val="0"/>
              </a:spcAft>
              <a:buClr>
                <a:schemeClr val="dk1"/>
              </a:buClr>
              <a:buSzPts val="2400"/>
              <a:buFont typeface="Figtree"/>
              <a:buNone/>
              <a:defRPr sz="2400">
                <a:latin typeface="Figtree"/>
                <a:ea typeface="Figtree"/>
                <a:cs typeface="Figtree"/>
                <a:sym typeface="Figtree"/>
              </a:defRPr>
            </a:lvl9pPr>
          </a:lstStyle>
          <a:p/>
        </p:txBody>
      </p:sp>
      <p:sp>
        <p:nvSpPr>
          <p:cNvPr id="29" name="Google Shape;29;p3"/>
          <p:cNvSpPr txBox="1"/>
          <p:nvPr>
            <p:ph idx="14" type="title"/>
          </p:nvPr>
        </p:nvSpPr>
        <p:spPr>
          <a:xfrm>
            <a:off x="3154650" y="2604813"/>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30" name="Google Shape;30;p3"/>
          <p:cNvSpPr txBox="1"/>
          <p:nvPr>
            <p:ph idx="15" type="title"/>
          </p:nvPr>
        </p:nvSpPr>
        <p:spPr>
          <a:xfrm>
            <a:off x="3154650" y="2159700"/>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31" name="Google Shape;31;p3"/>
          <p:cNvSpPr txBox="1"/>
          <p:nvPr>
            <p:ph idx="16" type="title"/>
          </p:nvPr>
        </p:nvSpPr>
        <p:spPr>
          <a:xfrm>
            <a:off x="3154650" y="1714588"/>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32" name="Google Shape;32;p3"/>
          <p:cNvSpPr txBox="1"/>
          <p:nvPr>
            <p:ph idx="17" type="title"/>
          </p:nvPr>
        </p:nvSpPr>
        <p:spPr>
          <a:xfrm>
            <a:off x="3154650" y="1269488"/>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33" name="Google Shape;33;p3"/>
          <p:cNvSpPr txBox="1"/>
          <p:nvPr>
            <p:ph idx="18" type="title"/>
          </p:nvPr>
        </p:nvSpPr>
        <p:spPr>
          <a:xfrm>
            <a:off x="228600" y="457200"/>
            <a:ext cx="5762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 Alt 1">
  <p:cSld name="CUSTOM_2">
    <p:spTree>
      <p:nvGrpSpPr>
        <p:cNvPr id="34" name="Shape 34"/>
        <p:cNvGrpSpPr/>
        <p:nvPr/>
      </p:nvGrpSpPr>
      <p:grpSpPr>
        <a:xfrm>
          <a:off x="0" y="0"/>
          <a:ext cx="0" cy="0"/>
          <a:chOff x="0" y="0"/>
          <a:chExt cx="0" cy="0"/>
        </a:xfrm>
      </p:grpSpPr>
      <p:sp>
        <p:nvSpPr>
          <p:cNvPr id="35" name="Google Shape;35;p4"/>
          <p:cNvSpPr/>
          <p:nvPr>
            <p:ph idx="2" type="pic"/>
          </p:nvPr>
        </p:nvSpPr>
        <p:spPr>
          <a:xfrm>
            <a:off x="0" y="-9000"/>
            <a:ext cx="3054300" cy="3252900"/>
          </a:xfrm>
          <a:prstGeom prst="rect">
            <a:avLst/>
          </a:prstGeom>
          <a:noFill/>
          <a:ln>
            <a:noFill/>
          </a:ln>
        </p:spPr>
      </p:sp>
      <p:sp>
        <p:nvSpPr>
          <p:cNvPr id="36" name="Google Shape;36;p4"/>
          <p:cNvSpPr/>
          <p:nvPr>
            <p:ph idx="3" type="pic"/>
          </p:nvPr>
        </p:nvSpPr>
        <p:spPr>
          <a:xfrm>
            <a:off x="3044117" y="-9000"/>
            <a:ext cx="3054300" cy="3252900"/>
          </a:xfrm>
          <a:prstGeom prst="rect">
            <a:avLst/>
          </a:prstGeom>
          <a:noFill/>
          <a:ln>
            <a:noFill/>
          </a:ln>
        </p:spPr>
      </p:sp>
      <p:sp>
        <p:nvSpPr>
          <p:cNvPr id="37" name="Google Shape;37;p4"/>
          <p:cNvSpPr/>
          <p:nvPr>
            <p:ph idx="4" type="pic"/>
          </p:nvPr>
        </p:nvSpPr>
        <p:spPr>
          <a:xfrm>
            <a:off x="6088233" y="-9000"/>
            <a:ext cx="3054300" cy="3252900"/>
          </a:xfrm>
          <a:prstGeom prst="rect">
            <a:avLst/>
          </a:prstGeom>
          <a:noFill/>
          <a:ln>
            <a:noFill/>
          </a:ln>
        </p:spPr>
      </p:sp>
      <p:sp>
        <p:nvSpPr>
          <p:cNvPr id="38" name="Google Shape;38;p4"/>
          <p:cNvSpPr txBox="1"/>
          <p:nvPr>
            <p:ph type="title"/>
          </p:nvPr>
        </p:nvSpPr>
        <p:spPr>
          <a:xfrm>
            <a:off x="228675" y="33378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39" name="Google Shape;39;p4"/>
          <p:cNvSpPr txBox="1"/>
          <p:nvPr>
            <p:ph idx="5" type="title"/>
          </p:nvPr>
        </p:nvSpPr>
        <p:spPr>
          <a:xfrm>
            <a:off x="228675" y="35511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0" name="Google Shape;40;p4"/>
          <p:cNvSpPr txBox="1"/>
          <p:nvPr>
            <p:ph idx="1" type="body"/>
          </p:nvPr>
        </p:nvSpPr>
        <p:spPr>
          <a:xfrm>
            <a:off x="228675" y="4256750"/>
            <a:ext cx="2660100" cy="426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41" name="Google Shape;41;p4"/>
          <p:cNvSpPr txBox="1"/>
          <p:nvPr>
            <p:ph idx="6" type="title"/>
          </p:nvPr>
        </p:nvSpPr>
        <p:spPr>
          <a:xfrm>
            <a:off x="3235367" y="33378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latin typeface="Figtree"/>
                <a:ea typeface="Figtree"/>
                <a:cs typeface="Figtree"/>
                <a:sym typeface="Figtree"/>
              </a:defRPr>
            </a:lvl2pPr>
            <a:lvl3pPr lvl="2">
              <a:spcBef>
                <a:spcPts val="0"/>
              </a:spcBef>
              <a:spcAft>
                <a:spcPts val="0"/>
              </a:spcAft>
              <a:buClr>
                <a:schemeClr val="dk1"/>
              </a:buClr>
              <a:buSzPts val="1200"/>
              <a:buFont typeface="Figtree"/>
              <a:buNone/>
              <a:defRPr sz="1200">
                <a:latin typeface="Figtree"/>
                <a:ea typeface="Figtree"/>
                <a:cs typeface="Figtree"/>
                <a:sym typeface="Figtree"/>
              </a:defRPr>
            </a:lvl3pPr>
            <a:lvl4pPr lvl="3">
              <a:spcBef>
                <a:spcPts val="0"/>
              </a:spcBef>
              <a:spcAft>
                <a:spcPts val="0"/>
              </a:spcAft>
              <a:buClr>
                <a:schemeClr val="dk1"/>
              </a:buClr>
              <a:buSzPts val="1200"/>
              <a:buFont typeface="Figtree"/>
              <a:buNone/>
              <a:defRPr sz="1200">
                <a:latin typeface="Figtree"/>
                <a:ea typeface="Figtree"/>
                <a:cs typeface="Figtree"/>
                <a:sym typeface="Figtree"/>
              </a:defRPr>
            </a:lvl4pPr>
            <a:lvl5pPr lvl="4">
              <a:spcBef>
                <a:spcPts val="0"/>
              </a:spcBef>
              <a:spcAft>
                <a:spcPts val="0"/>
              </a:spcAft>
              <a:buClr>
                <a:schemeClr val="dk1"/>
              </a:buClr>
              <a:buSzPts val="1200"/>
              <a:buFont typeface="Figtree"/>
              <a:buNone/>
              <a:defRPr sz="1200">
                <a:latin typeface="Figtree"/>
                <a:ea typeface="Figtree"/>
                <a:cs typeface="Figtree"/>
                <a:sym typeface="Figtree"/>
              </a:defRPr>
            </a:lvl5pPr>
            <a:lvl6pPr lvl="5">
              <a:spcBef>
                <a:spcPts val="0"/>
              </a:spcBef>
              <a:spcAft>
                <a:spcPts val="0"/>
              </a:spcAft>
              <a:buClr>
                <a:schemeClr val="dk1"/>
              </a:buClr>
              <a:buSzPts val="1200"/>
              <a:buFont typeface="Figtree"/>
              <a:buNone/>
              <a:defRPr sz="1200">
                <a:latin typeface="Figtree"/>
                <a:ea typeface="Figtree"/>
                <a:cs typeface="Figtree"/>
                <a:sym typeface="Figtree"/>
              </a:defRPr>
            </a:lvl6pPr>
            <a:lvl7pPr lvl="6">
              <a:spcBef>
                <a:spcPts val="0"/>
              </a:spcBef>
              <a:spcAft>
                <a:spcPts val="0"/>
              </a:spcAft>
              <a:buClr>
                <a:schemeClr val="dk1"/>
              </a:buClr>
              <a:buSzPts val="1200"/>
              <a:buFont typeface="Figtree"/>
              <a:buNone/>
              <a:defRPr sz="1200">
                <a:latin typeface="Figtree"/>
                <a:ea typeface="Figtree"/>
                <a:cs typeface="Figtree"/>
                <a:sym typeface="Figtree"/>
              </a:defRPr>
            </a:lvl7pPr>
            <a:lvl8pPr lvl="7">
              <a:spcBef>
                <a:spcPts val="0"/>
              </a:spcBef>
              <a:spcAft>
                <a:spcPts val="0"/>
              </a:spcAft>
              <a:buClr>
                <a:schemeClr val="dk1"/>
              </a:buClr>
              <a:buSzPts val="1200"/>
              <a:buFont typeface="Figtree"/>
              <a:buNone/>
              <a:defRPr sz="1200">
                <a:latin typeface="Figtree"/>
                <a:ea typeface="Figtree"/>
                <a:cs typeface="Figtree"/>
                <a:sym typeface="Figtree"/>
              </a:defRPr>
            </a:lvl8pPr>
            <a:lvl9pPr lvl="8">
              <a:spcBef>
                <a:spcPts val="0"/>
              </a:spcBef>
              <a:spcAft>
                <a:spcPts val="0"/>
              </a:spcAft>
              <a:buClr>
                <a:schemeClr val="dk1"/>
              </a:buClr>
              <a:buSzPts val="1200"/>
              <a:buFont typeface="Figtree"/>
              <a:buNone/>
              <a:defRPr sz="1200">
                <a:latin typeface="Figtree"/>
                <a:ea typeface="Figtree"/>
                <a:cs typeface="Figtree"/>
                <a:sym typeface="Figtree"/>
              </a:defRPr>
            </a:lvl9pPr>
          </a:lstStyle>
          <a:p/>
        </p:txBody>
      </p:sp>
      <p:sp>
        <p:nvSpPr>
          <p:cNvPr id="42" name="Google Shape;42;p4"/>
          <p:cNvSpPr txBox="1"/>
          <p:nvPr>
            <p:ph idx="7" type="title"/>
          </p:nvPr>
        </p:nvSpPr>
        <p:spPr>
          <a:xfrm>
            <a:off x="3235367" y="35511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3" name="Google Shape;43;p4"/>
          <p:cNvSpPr txBox="1"/>
          <p:nvPr>
            <p:ph idx="8" type="body"/>
          </p:nvPr>
        </p:nvSpPr>
        <p:spPr>
          <a:xfrm>
            <a:off x="3241214" y="4256750"/>
            <a:ext cx="2660100" cy="426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44" name="Google Shape;44;p4"/>
          <p:cNvSpPr txBox="1"/>
          <p:nvPr>
            <p:ph idx="9" type="title"/>
          </p:nvPr>
        </p:nvSpPr>
        <p:spPr>
          <a:xfrm>
            <a:off x="6279483" y="33378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5" name="Google Shape;45;p4"/>
          <p:cNvSpPr txBox="1"/>
          <p:nvPr>
            <p:ph idx="13" type="title"/>
          </p:nvPr>
        </p:nvSpPr>
        <p:spPr>
          <a:xfrm>
            <a:off x="6279483" y="35511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6" name="Google Shape;46;p4"/>
          <p:cNvSpPr txBox="1"/>
          <p:nvPr>
            <p:ph idx="14" type="body"/>
          </p:nvPr>
        </p:nvSpPr>
        <p:spPr>
          <a:xfrm>
            <a:off x="6285328" y="4256750"/>
            <a:ext cx="2660100" cy="426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 Alt 2">
  <p:cSld name="CUSTOM_11">
    <p:spTree>
      <p:nvGrpSpPr>
        <p:cNvPr id="47" name="Shape 47"/>
        <p:cNvGrpSpPr/>
        <p:nvPr/>
      </p:nvGrpSpPr>
      <p:grpSpPr>
        <a:xfrm>
          <a:off x="0" y="0"/>
          <a:ext cx="0" cy="0"/>
          <a:chOff x="0" y="0"/>
          <a:chExt cx="0" cy="0"/>
        </a:xfrm>
      </p:grpSpPr>
      <p:sp>
        <p:nvSpPr>
          <p:cNvPr id="48" name="Google Shape;48;p5"/>
          <p:cNvSpPr/>
          <p:nvPr/>
        </p:nvSpPr>
        <p:spPr>
          <a:xfrm rot="-2700000">
            <a:off x="1338758" y="-3230594"/>
            <a:ext cx="6464087" cy="6464087"/>
          </a:xfrm>
          <a:prstGeom prst="rtTriangle">
            <a:avLst/>
          </a:prstGeom>
          <a:gradFill>
            <a:gsLst>
              <a:gs pos="0">
                <a:schemeClr val="accent5"/>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49" name="Google Shape;49;p5"/>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50" name="Google Shape;50;p5"/>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51" name="Google Shape;51;p5"/>
          <p:cNvSpPr txBox="1"/>
          <p:nvPr>
            <p:ph idx="3" type="title"/>
          </p:nvPr>
        </p:nvSpPr>
        <p:spPr>
          <a:xfrm>
            <a:off x="228600" y="457200"/>
            <a:ext cx="62823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52" name="Google Shape;52;p5"/>
          <p:cNvSpPr txBox="1"/>
          <p:nvPr>
            <p:ph idx="4" type="title"/>
          </p:nvPr>
        </p:nvSpPr>
        <p:spPr>
          <a:xfrm>
            <a:off x="339875"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53" name="Google Shape;53;p5"/>
          <p:cNvSpPr txBox="1"/>
          <p:nvPr>
            <p:ph idx="5" type="title"/>
          </p:nvPr>
        </p:nvSpPr>
        <p:spPr>
          <a:xfrm>
            <a:off x="339875"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54" name="Google Shape;54;p5"/>
          <p:cNvSpPr txBox="1"/>
          <p:nvPr>
            <p:ph idx="6" type="title"/>
          </p:nvPr>
        </p:nvSpPr>
        <p:spPr>
          <a:xfrm>
            <a:off x="1807977"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55" name="Google Shape;55;p5"/>
          <p:cNvSpPr txBox="1"/>
          <p:nvPr>
            <p:ph idx="7" type="title"/>
          </p:nvPr>
        </p:nvSpPr>
        <p:spPr>
          <a:xfrm>
            <a:off x="1807977"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SzPts val="1200"/>
              <a:buFont typeface="Jost"/>
              <a:buNone/>
              <a:defRPr sz="1200">
                <a:latin typeface="Jost"/>
                <a:ea typeface="Jost"/>
                <a:cs typeface="Jost"/>
                <a:sym typeface="Jost"/>
              </a:defRPr>
            </a:lvl2pPr>
            <a:lvl3pPr lvl="2">
              <a:spcBef>
                <a:spcPts val="0"/>
              </a:spcBef>
              <a:spcAft>
                <a:spcPts val="0"/>
              </a:spcAft>
              <a:buSzPts val="1200"/>
              <a:buFont typeface="Jost"/>
              <a:buNone/>
              <a:defRPr sz="1200">
                <a:latin typeface="Jost"/>
                <a:ea typeface="Jost"/>
                <a:cs typeface="Jost"/>
                <a:sym typeface="Jost"/>
              </a:defRPr>
            </a:lvl3pPr>
            <a:lvl4pPr lvl="3">
              <a:spcBef>
                <a:spcPts val="0"/>
              </a:spcBef>
              <a:spcAft>
                <a:spcPts val="0"/>
              </a:spcAft>
              <a:buSzPts val="1200"/>
              <a:buFont typeface="Jost"/>
              <a:buNone/>
              <a:defRPr sz="1200">
                <a:latin typeface="Jost"/>
                <a:ea typeface="Jost"/>
                <a:cs typeface="Jost"/>
                <a:sym typeface="Jost"/>
              </a:defRPr>
            </a:lvl4pPr>
            <a:lvl5pPr lvl="4">
              <a:spcBef>
                <a:spcPts val="0"/>
              </a:spcBef>
              <a:spcAft>
                <a:spcPts val="0"/>
              </a:spcAft>
              <a:buSzPts val="1200"/>
              <a:buFont typeface="Jost"/>
              <a:buNone/>
              <a:defRPr sz="1200">
                <a:latin typeface="Jost"/>
                <a:ea typeface="Jost"/>
                <a:cs typeface="Jost"/>
                <a:sym typeface="Jost"/>
              </a:defRPr>
            </a:lvl5pPr>
            <a:lvl6pPr lvl="5">
              <a:spcBef>
                <a:spcPts val="0"/>
              </a:spcBef>
              <a:spcAft>
                <a:spcPts val="0"/>
              </a:spcAft>
              <a:buSzPts val="1200"/>
              <a:buFont typeface="Jost"/>
              <a:buNone/>
              <a:defRPr sz="1200">
                <a:latin typeface="Jost"/>
                <a:ea typeface="Jost"/>
                <a:cs typeface="Jost"/>
                <a:sym typeface="Jost"/>
              </a:defRPr>
            </a:lvl6pPr>
            <a:lvl7pPr lvl="6">
              <a:spcBef>
                <a:spcPts val="0"/>
              </a:spcBef>
              <a:spcAft>
                <a:spcPts val="0"/>
              </a:spcAft>
              <a:buSzPts val="1200"/>
              <a:buFont typeface="Jost"/>
              <a:buNone/>
              <a:defRPr sz="1200">
                <a:latin typeface="Jost"/>
                <a:ea typeface="Jost"/>
                <a:cs typeface="Jost"/>
                <a:sym typeface="Jost"/>
              </a:defRPr>
            </a:lvl7pPr>
            <a:lvl8pPr lvl="7">
              <a:spcBef>
                <a:spcPts val="0"/>
              </a:spcBef>
              <a:spcAft>
                <a:spcPts val="0"/>
              </a:spcAft>
              <a:buSzPts val="1200"/>
              <a:buFont typeface="Jost"/>
              <a:buNone/>
              <a:defRPr sz="1200">
                <a:latin typeface="Jost"/>
                <a:ea typeface="Jost"/>
                <a:cs typeface="Jost"/>
                <a:sym typeface="Jost"/>
              </a:defRPr>
            </a:lvl8pPr>
            <a:lvl9pPr lvl="8">
              <a:spcBef>
                <a:spcPts val="0"/>
              </a:spcBef>
              <a:spcAft>
                <a:spcPts val="0"/>
              </a:spcAft>
              <a:buSzPts val="1200"/>
              <a:buFont typeface="Jost"/>
              <a:buNone/>
              <a:defRPr sz="1200">
                <a:latin typeface="Jost"/>
                <a:ea typeface="Jost"/>
                <a:cs typeface="Jost"/>
                <a:sym typeface="Jost"/>
              </a:defRPr>
            </a:lvl9pPr>
          </a:lstStyle>
          <a:p/>
        </p:txBody>
      </p:sp>
      <p:sp>
        <p:nvSpPr>
          <p:cNvPr id="56" name="Google Shape;56;p5"/>
          <p:cNvSpPr txBox="1"/>
          <p:nvPr>
            <p:ph idx="8" type="title"/>
          </p:nvPr>
        </p:nvSpPr>
        <p:spPr>
          <a:xfrm>
            <a:off x="3275545"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57" name="Google Shape;57;p5"/>
          <p:cNvSpPr txBox="1"/>
          <p:nvPr>
            <p:ph idx="9" type="title"/>
          </p:nvPr>
        </p:nvSpPr>
        <p:spPr>
          <a:xfrm>
            <a:off x="3275545"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58" name="Google Shape;58;p5"/>
          <p:cNvSpPr txBox="1"/>
          <p:nvPr>
            <p:ph idx="13" type="title"/>
          </p:nvPr>
        </p:nvSpPr>
        <p:spPr>
          <a:xfrm>
            <a:off x="4743373"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59" name="Google Shape;59;p5"/>
          <p:cNvSpPr txBox="1"/>
          <p:nvPr>
            <p:ph idx="14" type="title"/>
          </p:nvPr>
        </p:nvSpPr>
        <p:spPr>
          <a:xfrm>
            <a:off x="4743373"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60" name="Google Shape;60;p5"/>
          <p:cNvSpPr txBox="1"/>
          <p:nvPr>
            <p:ph idx="15" type="title"/>
          </p:nvPr>
        </p:nvSpPr>
        <p:spPr>
          <a:xfrm>
            <a:off x="6205996"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61" name="Google Shape;61;p5"/>
          <p:cNvSpPr txBox="1"/>
          <p:nvPr>
            <p:ph idx="16" type="title"/>
          </p:nvPr>
        </p:nvSpPr>
        <p:spPr>
          <a:xfrm>
            <a:off x="6205996"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62" name="Google Shape;62;p5"/>
          <p:cNvSpPr txBox="1"/>
          <p:nvPr>
            <p:ph idx="17" type="title"/>
          </p:nvPr>
        </p:nvSpPr>
        <p:spPr>
          <a:xfrm>
            <a:off x="7683660"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63" name="Google Shape;63;p5"/>
          <p:cNvSpPr txBox="1"/>
          <p:nvPr>
            <p:ph idx="18" type="title"/>
          </p:nvPr>
        </p:nvSpPr>
        <p:spPr>
          <a:xfrm>
            <a:off x="7683660"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64" name="Google Shape;64;p5"/>
          <p:cNvSpPr/>
          <p:nvPr>
            <p:ph idx="19" type="pic"/>
          </p:nvPr>
        </p:nvSpPr>
        <p:spPr>
          <a:xfrm>
            <a:off x="1726022" y="1991825"/>
            <a:ext cx="1288500" cy="1363800"/>
          </a:xfrm>
          <a:prstGeom prst="roundRect">
            <a:avLst>
              <a:gd fmla="val 6764" name="adj"/>
            </a:avLst>
          </a:prstGeom>
          <a:noFill/>
          <a:ln>
            <a:noFill/>
          </a:ln>
        </p:spPr>
      </p:sp>
      <p:sp>
        <p:nvSpPr>
          <p:cNvPr id="65" name="Google Shape;65;p5"/>
          <p:cNvSpPr/>
          <p:nvPr>
            <p:ph idx="20" type="pic"/>
          </p:nvPr>
        </p:nvSpPr>
        <p:spPr>
          <a:xfrm>
            <a:off x="3194345" y="1991825"/>
            <a:ext cx="1288500" cy="1363800"/>
          </a:xfrm>
          <a:prstGeom prst="roundRect">
            <a:avLst>
              <a:gd fmla="val 6764" name="adj"/>
            </a:avLst>
          </a:prstGeom>
          <a:noFill/>
          <a:ln>
            <a:noFill/>
          </a:ln>
        </p:spPr>
      </p:sp>
      <p:sp>
        <p:nvSpPr>
          <p:cNvPr id="66" name="Google Shape;66;p5"/>
          <p:cNvSpPr/>
          <p:nvPr>
            <p:ph idx="21" type="pic"/>
          </p:nvPr>
        </p:nvSpPr>
        <p:spPr>
          <a:xfrm>
            <a:off x="4662668" y="1991825"/>
            <a:ext cx="1288500" cy="1363800"/>
          </a:xfrm>
          <a:prstGeom prst="roundRect">
            <a:avLst>
              <a:gd fmla="val 6764" name="adj"/>
            </a:avLst>
          </a:prstGeom>
          <a:noFill/>
          <a:ln>
            <a:noFill/>
          </a:ln>
        </p:spPr>
      </p:sp>
      <p:sp>
        <p:nvSpPr>
          <p:cNvPr id="67" name="Google Shape;67;p5"/>
          <p:cNvSpPr/>
          <p:nvPr>
            <p:ph idx="22" type="pic"/>
          </p:nvPr>
        </p:nvSpPr>
        <p:spPr>
          <a:xfrm>
            <a:off x="6130990" y="1991825"/>
            <a:ext cx="1288500" cy="1363800"/>
          </a:xfrm>
          <a:prstGeom prst="roundRect">
            <a:avLst>
              <a:gd fmla="val 6764" name="adj"/>
            </a:avLst>
          </a:prstGeom>
          <a:noFill/>
          <a:ln>
            <a:noFill/>
          </a:ln>
        </p:spPr>
      </p:sp>
      <p:sp>
        <p:nvSpPr>
          <p:cNvPr id="68" name="Google Shape;68;p5"/>
          <p:cNvSpPr/>
          <p:nvPr>
            <p:ph idx="23" type="pic"/>
          </p:nvPr>
        </p:nvSpPr>
        <p:spPr>
          <a:xfrm>
            <a:off x="7599313" y="1991825"/>
            <a:ext cx="1288500" cy="1363800"/>
          </a:xfrm>
          <a:prstGeom prst="roundRect">
            <a:avLst>
              <a:gd fmla="val 6764" name="adj"/>
            </a:avLst>
          </a:prstGeom>
          <a:noFill/>
          <a:ln>
            <a:noFill/>
          </a:ln>
        </p:spPr>
      </p:sp>
      <p:sp>
        <p:nvSpPr>
          <p:cNvPr id="69" name="Google Shape;69;p5"/>
          <p:cNvSpPr/>
          <p:nvPr>
            <p:ph idx="24" type="pic"/>
          </p:nvPr>
        </p:nvSpPr>
        <p:spPr>
          <a:xfrm>
            <a:off x="257700" y="1991825"/>
            <a:ext cx="1288500" cy="1363800"/>
          </a:xfrm>
          <a:prstGeom prst="roundRect">
            <a:avLst>
              <a:gd fmla="val 6764" name="adj"/>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CUSTOM_8_1_1_1_1">
    <p:spTree>
      <p:nvGrpSpPr>
        <p:cNvPr id="70" name="Shape 70"/>
        <p:cNvGrpSpPr/>
        <p:nvPr/>
      </p:nvGrpSpPr>
      <p:grpSpPr>
        <a:xfrm>
          <a:off x="0" y="0"/>
          <a:ext cx="0" cy="0"/>
          <a:chOff x="0" y="0"/>
          <a:chExt cx="0" cy="0"/>
        </a:xfrm>
      </p:grpSpPr>
      <p:sp>
        <p:nvSpPr>
          <p:cNvPr id="71" name="Google Shape;71;p6"/>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72" name="Google Shape;72;p6"/>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73" name="Google Shape;73;p6"/>
          <p:cNvSpPr txBox="1"/>
          <p:nvPr>
            <p:ph idx="3" type="title"/>
          </p:nvPr>
        </p:nvSpPr>
        <p:spPr>
          <a:xfrm>
            <a:off x="228600" y="457200"/>
            <a:ext cx="42966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1">
  <p:cSld name="CUSTOM_8_1_1_1_1_1_1_1_1_1_1_1_1_1_1_1_1_1_1_1">
    <p:spTree>
      <p:nvGrpSpPr>
        <p:cNvPr id="74" name="Shape 74"/>
        <p:cNvGrpSpPr/>
        <p:nvPr/>
      </p:nvGrpSpPr>
      <p:grpSpPr>
        <a:xfrm>
          <a:off x="0" y="0"/>
          <a:ext cx="0" cy="0"/>
          <a:chOff x="0" y="0"/>
          <a:chExt cx="0" cy="0"/>
        </a:xfrm>
      </p:grpSpPr>
      <p:sp>
        <p:nvSpPr>
          <p:cNvPr id="75" name="Google Shape;75;p7"/>
          <p:cNvSpPr/>
          <p:nvPr/>
        </p:nvSpPr>
        <p:spPr>
          <a:xfrm>
            <a:off x="0" y="0"/>
            <a:ext cx="2406900" cy="240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76" name="Google Shape;76;p7"/>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77" name="Google Shape;77;p7"/>
          <p:cNvSpPr txBox="1"/>
          <p:nvPr>
            <p:ph idx="2" type="title"/>
          </p:nvPr>
        </p:nvSpPr>
        <p:spPr>
          <a:xfrm>
            <a:off x="228600" y="457200"/>
            <a:ext cx="34326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pic>
        <p:nvPicPr>
          <p:cNvPr descr="Free Images : landscape, nature, horizon, mountain, sky, night ..." id="78" name="Google Shape;78;p7"/>
          <p:cNvPicPr preferRelativeResize="0"/>
          <p:nvPr/>
        </p:nvPicPr>
        <p:blipFill rotWithShape="1">
          <a:blip r:embed="rId2">
            <a:alphaModFix/>
          </a:blip>
          <a:srcRect b="0" l="23232" r="29975" t="0"/>
          <a:stretch/>
        </p:blipFill>
        <p:spPr>
          <a:xfrm>
            <a:off x="7541887" y="0"/>
            <a:ext cx="1604076" cy="5143501"/>
          </a:xfrm>
          <a:prstGeom prst="rect">
            <a:avLst/>
          </a:prstGeom>
          <a:noFill/>
          <a:ln>
            <a:noFill/>
          </a:ln>
        </p:spPr>
      </p:pic>
      <p:sp>
        <p:nvSpPr>
          <p:cNvPr id="79" name="Google Shape;79;p7"/>
          <p:cNvSpPr txBox="1"/>
          <p:nvPr>
            <p:ph idx="1" type="subTitle"/>
          </p:nvPr>
        </p:nvSpPr>
        <p:spPr>
          <a:xfrm>
            <a:off x="228950" y="1419750"/>
            <a:ext cx="5154900" cy="2288100"/>
          </a:xfrm>
          <a:prstGeom prst="rect">
            <a:avLst/>
          </a:prstGeom>
        </p:spPr>
        <p:txBody>
          <a:bodyPr anchorCtr="0" anchor="t" bIns="0" lIns="0" spcFirstLastPara="1" rIns="0" wrap="square" tIns="0">
            <a:spAutoFit/>
          </a:bodyPr>
          <a:lstStyle>
            <a:lvl1pPr lvl="0">
              <a:spcBef>
                <a:spcPts val="0"/>
              </a:spcBef>
              <a:spcAft>
                <a:spcPts val="0"/>
              </a:spcAft>
              <a:buNone/>
              <a:defRPr sz="3600"/>
            </a:lvl1pPr>
            <a:lvl2pPr lvl="1">
              <a:spcBef>
                <a:spcPts val="0"/>
              </a:spcBef>
              <a:spcAft>
                <a:spcPts val="0"/>
              </a:spcAft>
              <a:buNone/>
              <a:defRPr sz="3600"/>
            </a:lvl2pPr>
            <a:lvl3pPr lvl="2">
              <a:spcBef>
                <a:spcPts val="0"/>
              </a:spcBef>
              <a:spcAft>
                <a:spcPts val="0"/>
              </a:spcAft>
              <a:buNone/>
              <a:defRPr sz="3600"/>
            </a:lvl3pPr>
            <a:lvl4pPr lvl="3">
              <a:spcBef>
                <a:spcPts val="0"/>
              </a:spcBef>
              <a:spcAft>
                <a:spcPts val="0"/>
              </a:spcAft>
              <a:buNone/>
              <a:defRPr sz="3600"/>
            </a:lvl4pPr>
            <a:lvl5pPr lvl="4">
              <a:spcBef>
                <a:spcPts val="0"/>
              </a:spcBef>
              <a:spcAft>
                <a:spcPts val="0"/>
              </a:spcAft>
              <a:buNone/>
              <a:defRPr sz="3600"/>
            </a:lvl5pPr>
            <a:lvl6pPr lvl="5">
              <a:spcBef>
                <a:spcPts val="0"/>
              </a:spcBef>
              <a:spcAft>
                <a:spcPts val="0"/>
              </a:spcAft>
              <a:buNone/>
              <a:defRPr sz="3600"/>
            </a:lvl6pPr>
            <a:lvl7pPr lvl="6">
              <a:spcBef>
                <a:spcPts val="0"/>
              </a:spcBef>
              <a:spcAft>
                <a:spcPts val="0"/>
              </a:spcAft>
              <a:buNone/>
              <a:defRPr sz="3600"/>
            </a:lvl7pPr>
            <a:lvl8pPr lvl="7">
              <a:spcBef>
                <a:spcPts val="0"/>
              </a:spcBef>
              <a:spcAft>
                <a:spcPts val="0"/>
              </a:spcAft>
              <a:buNone/>
              <a:defRPr sz="3600"/>
            </a:lvl8pPr>
            <a:lvl9pPr lvl="8">
              <a:spcBef>
                <a:spcPts val="0"/>
              </a:spcBef>
              <a:spcAft>
                <a:spcPts val="0"/>
              </a:spcAft>
              <a:buNone/>
              <a:defRPr sz="3600"/>
            </a:lvl9pPr>
          </a:lstStyle>
          <a:p/>
        </p:txBody>
      </p:sp>
      <p:sp>
        <p:nvSpPr>
          <p:cNvPr id="80" name="Google Shape;80;p7"/>
          <p:cNvSpPr/>
          <p:nvPr/>
        </p:nvSpPr>
        <p:spPr>
          <a:xfrm>
            <a:off x="6077650" y="0"/>
            <a:ext cx="1462200" cy="5143500"/>
          </a:xfrm>
          <a:prstGeom prst="rect">
            <a:avLst/>
          </a:prstGeom>
          <a:gradFill>
            <a:gsLst>
              <a:gs pos="0">
                <a:schemeClr val="accent5"/>
              </a:gs>
              <a:gs pos="100000">
                <a:schemeClr val="lt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1">
  <p:cSld name="CUSTOM_8_1_1_1_1_1_1_1_1_1_1_1_1_1_1_1_1_1_1_1_1">
    <p:spTree>
      <p:nvGrpSpPr>
        <p:cNvPr id="81" name="Shape 81"/>
        <p:cNvGrpSpPr/>
        <p:nvPr/>
      </p:nvGrpSpPr>
      <p:grpSpPr>
        <a:xfrm>
          <a:off x="0" y="0"/>
          <a:ext cx="0" cy="0"/>
          <a:chOff x="0" y="0"/>
          <a:chExt cx="0" cy="0"/>
        </a:xfrm>
      </p:grpSpPr>
      <p:sp>
        <p:nvSpPr>
          <p:cNvPr id="82" name="Google Shape;82;p8"/>
          <p:cNvSpPr/>
          <p:nvPr/>
        </p:nvSpPr>
        <p:spPr>
          <a:xfrm>
            <a:off x="0" y="0"/>
            <a:ext cx="3776100" cy="37761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83" name="Google Shape;83;p8"/>
          <p:cNvSpPr/>
          <p:nvPr/>
        </p:nvSpPr>
        <p:spPr>
          <a:xfrm rot="10800000">
            <a:off x="3156575" y="250"/>
            <a:ext cx="59835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84" name="Google Shape;84;p8"/>
          <p:cNvSpPr txBox="1"/>
          <p:nvPr/>
        </p:nvSpPr>
        <p:spPr>
          <a:xfrm>
            <a:off x="4102943" y="1042306"/>
            <a:ext cx="558600" cy="36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200">
                <a:solidFill>
                  <a:schemeClr val="dk1"/>
                </a:solidFill>
                <a:latin typeface="Figtree"/>
                <a:ea typeface="Figtree"/>
                <a:cs typeface="Figtree"/>
                <a:sym typeface="Figtree"/>
              </a:rPr>
              <a:t>“</a:t>
            </a:r>
            <a:endParaRPr b="1" sz="7200">
              <a:solidFill>
                <a:schemeClr val="dk1"/>
              </a:solidFill>
              <a:latin typeface="Figtree"/>
              <a:ea typeface="Figtree"/>
              <a:cs typeface="Figtree"/>
              <a:sym typeface="Figtree"/>
            </a:endParaRPr>
          </a:p>
        </p:txBody>
      </p:sp>
      <p:sp>
        <p:nvSpPr>
          <p:cNvPr id="85" name="Google Shape;85;p8"/>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86" name="Google Shape;86;p8"/>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87" name="Google Shape;87;p8"/>
          <p:cNvSpPr txBox="1"/>
          <p:nvPr>
            <p:ph idx="3" type="title"/>
          </p:nvPr>
        </p:nvSpPr>
        <p:spPr>
          <a:xfrm>
            <a:off x="228600" y="457200"/>
            <a:ext cx="29259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88" name="Google Shape;88;p8"/>
          <p:cNvSpPr txBox="1"/>
          <p:nvPr>
            <p:ph idx="1" type="subTitle"/>
          </p:nvPr>
        </p:nvSpPr>
        <p:spPr>
          <a:xfrm>
            <a:off x="4102950" y="1631400"/>
            <a:ext cx="4089000" cy="22881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spcBef>
                <a:spcPts val="0"/>
              </a:spcBef>
              <a:spcAft>
                <a:spcPts val="0"/>
              </a:spcAft>
              <a:buNone/>
              <a:defRPr sz="2400"/>
            </a:lvl2pPr>
            <a:lvl3pPr lvl="2">
              <a:spcBef>
                <a:spcPts val="0"/>
              </a:spcBef>
              <a:spcAft>
                <a:spcPts val="0"/>
              </a:spcAft>
              <a:buNone/>
              <a:defRPr sz="2400"/>
            </a:lvl3pPr>
            <a:lvl4pPr lvl="3">
              <a:spcBef>
                <a:spcPts val="0"/>
              </a:spcBef>
              <a:spcAft>
                <a:spcPts val="0"/>
              </a:spcAft>
              <a:buNone/>
              <a:defRPr sz="2400"/>
            </a:lvl4pPr>
            <a:lvl5pPr lvl="4">
              <a:spcBef>
                <a:spcPts val="0"/>
              </a:spcBef>
              <a:spcAft>
                <a:spcPts val="0"/>
              </a:spcAft>
              <a:buNone/>
              <a:defRPr sz="2400"/>
            </a:lvl5pPr>
            <a:lvl6pPr lvl="5">
              <a:spcBef>
                <a:spcPts val="0"/>
              </a:spcBef>
              <a:spcAft>
                <a:spcPts val="0"/>
              </a:spcAft>
              <a:buNone/>
              <a:defRPr sz="2400"/>
            </a:lvl6pPr>
            <a:lvl7pPr lvl="6">
              <a:spcBef>
                <a:spcPts val="0"/>
              </a:spcBef>
              <a:spcAft>
                <a:spcPts val="0"/>
              </a:spcAft>
              <a:buNone/>
              <a:defRPr sz="2400"/>
            </a:lvl7pPr>
            <a:lvl8pPr lvl="7">
              <a:spcBef>
                <a:spcPts val="0"/>
              </a:spcBef>
              <a:spcAft>
                <a:spcPts val="0"/>
              </a:spcAft>
              <a:buNone/>
              <a:defRPr sz="2400"/>
            </a:lvl8pPr>
            <a:lvl9pPr lvl="8">
              <a:spcBef>
                <a:spcPts val="0"/>
              </a:spcBef>
              <a:spcAft>
                <a:spcPts val="0"/>
              </a:spcAft>
              <a:buNone/>
              <a:defRPr sz="2400"/>
            </a:lvl9pPr>
          </a:lstStyle>
          <a:p/>
        </p:txBody>
      </p:sp>
      <p:sp>
        <p:nvSpPr>
          <p:cNvPr id="89" name="Google Shape;89;p8"/>
          <p:cNvSpPr txBox="1"/>
          <p:nvPr>
            <p:ph idx="4" type="subTitle"/>
          </p:nvPr>
        </p:nvSpPr>
        <p:spPr>
          <a:xfrm>
            <a:off x="228600" y="3967700"/>
            <a:ext cx="2336400" cy="172200"/>
          </a:xfrm>
          <a:prstGeom prst="rect">
            <a:avLst/>
          </a:prstGeom>
        </p:spPr>
        <p:txBody>
          <a:bodyPr anchorCtr="0" anchor="ctr"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90" name="Google Shape;90;p8"/>
          <p:cNvSpPr/>
          <p:nvPr>
            <p:ph idx="5" type="pic"/>
          </p:nvPr>
        </p:nvSpPr>
        <p:spPr>
          <a:xfrm>
            <a:off x="228800" y="1707600"/>
            <a:ext cx="1951200" cy="2068500"/>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2">
  <p:cSld name="CUSTOM_8_1_1_1_1_1_1_1_1_1_1_1_1_1_1_1_1_1_1_1_1_2">
    <p:spTree>
      <p:nvGrpSpPr>
        <p:cNvPr id="91" name="Shape 91"/>
        <p:cNvGrpSpPr/>
        <p:nvPr/>
      </p:nvGrpSpPr>
      <p:grpSpPr>
        <a:xfrm>
          <a:off x="0" y="0"/>
          <a:ext cx="0" cy="0"/>
          <a:chOff x="0" y="0"/>
          <a:chExt cx="0" cy="0"/>
        </a:xfrm>
      </p:grpSpPr>
      <p:sp>
        <p:nvSpPr>
          <p:cNvPr id="92" name="Google Shape;92;p9"/>
          <p:cNvSpPr/>
          <p:nvPr/>
        </p:nvSpPr>
        <p:spPr>
          <a:xfrm rot="-5400000">
            <a:off x="3054300" y="1196700"/>
            <a:ext cx="3946800" cy="39468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93" name="Google Shape;93;p9"/>
          <p:cNvSpPr/>
          <p:nvPr/>
        </p:nvSpPr>
        <p:spPr>
          <a:xfrm rot="5400000">
            <a:off x="6262500" y="0"/>
            <a:ext cx="2881500" cy="28815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94" name="Google Shape;94;p9"/>
          <p:cNvSpPr/>
          <p:nvPr>
            <p:ph idx="2" type="pic"/>
          </p:nvPr>
        </p:nvSpPr>
        <p:spPr>
          <a:xfrm>
            <a:off x="0" y="-9000"/>
            <a:ext cx="3054300" cy="3252900"/>
          </a:xfrm>
          <a:prstGeom prst="rect">
            <a:avLst/>
          </a:prstGeom>
          <a:noFill/>
          <a:ln>
            <a:noFill/>
          </a:ln>
        </p:spPr>
      </p:sp>
      <p:sp>
        <p:nvSpPr>
          <p:cNvPr id="95" name="Google Shape;95;p9"/>
          <p:cNvSpPr txBox="1"/>
          <p:nvPr/>
        </p:nvSpPr>
        <p:spPr>
          <a:xfrm>
            <a:off x="3455693" y="228206"/>
            <a:ext cx="558600" cy="36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200">
                <a:solidFill>
                  <a:schemeClr val="dk1"/>
                </a:solidFill>
                <a:latin typeface="Figtree"/>
                <a:ea typeface="Figtree"/>
                <a:cs typeface="Figtree"/>
                <a:sym typeface="Figtree"/>
              </a:rPr>
              <a:t>“</a:t>
            </a:r>
            <a:endParaRPr b="1" sz="7200">
              <a:solidFill>
                <a:schemeClr val="dk1"/>
              </a:solidFill>
              <a:latin typeface="Figtree"/>
              <a:ea typeface="Figtree"/>
              <a:cs typeface="Figtree"/>
              <a:sym typeface="Figtree"/>
            </a:endParaRPr>
          </a:p>
        </p:txBody>
      </p:sp>
      <p:sp>
        <p:nvSpPr>
          <p:cNvPr id="96" name="Google Shape;96;p9"/>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97" name="Google Shape;97;p9"/>
          <p:cNvSpPr txBox="1"/>
          <p:nvPr>
            <p:ph idx="3"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98" name="Google Shape;98;p9"/>
          <p:cNvSpPr txBox="1"/>
          <p:nvPr>
            <p:ph idx="4" type="title"/>
          </p:nvPr>
        </p:nvSpPr>
        <p:spPr>
          <a:xfrm>
            <a:off x="228600" y="3429000"/>
            <a:ext cx="3432600" cy="2811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99" name="Google Shape;99;p9"/>
          <p:cNvSpPr txBox="1"/>
          <p:nvPr>
            <p:ph idx="1" type="subTitle"/>
          </p:nvPr>
        </p:nvSpPr>
        <p:spPr>
          <a:xfrm>
            <a:off x="3455700" y="817300"/>
            <a:ext cx="4959300" cy="22881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spcBef>
                <a:spcPts val="0"/>
              </a:spcBef>
              <a:spcAft>
                <a:spcPts val="0"/>
              </a:spcAft>
              <a:buNone/>
              <a:defRPr sz="2400"/>
            </a:lvl2pPr>
            <a:lvl3pPr lvl="2">
              <a:spcBef>
                <a:spcPts val="0"/>
              </a:spcBef>
              <a:spcAft>
                <a:spcPts val="0"/>
              </a:spcAft>
              <a:buNone/>
              <a:defRPr sz="2400"/>
            </a:lvl3pPr>
            <a:lvl4pPr lvl="3">
              <a:spcBef>
                <a:spcPts val="0"/>
              </a:spcBef>
              <a:spcAft>
                <a:spcPts val="0"/>
              </a:spcAft>
              <a:buNone/>
              <a:defRPr sz="2400"/>
            </a:lvl4pPr>
            <a:lvl5pPr lvl="4">
              <a:spcBef>
                <a:spcPts val="0"/>
              </a:spcBef>
              <a:spcAft>
                <a:spcPts val="0"/>
              </a:spcAft>
              <a:buNone/>
              <a:defRPr sz="2400"/>
            </a:lvl5pPr>
            <a:lvl6pPr lvl="5">
              <a:spcBef>
                <a:spcPts val="0"/>
              </a:spcBef>
              <a:spcAft>
                <a:spcPts val="0"/>
              </a:spcAft>
              <a:buNone/>
              <a:defRPr sz="2400"/>
            </a:lvl6pPr>
            <a:lvl7pPr lvl="6">
              <a:spcBef>
                <a:spcPts val="0"/>
              </a:spcBef>
              <a:spcAft>
                <a:spcPts val="0"/>
              </a:spcAft>
              <a:buNone/>
              <a:defRPr sz="2400"/>
            </a:lvl7pPr>
            <a:lvl8pPr lvl="7">
              <a:spcBef>
                <a:spcPts val="0"/>
              </a:spcBef>
              <a:spcAft>
                <a:spcPts val="0"/>
              </a:spcAft>
              <a:buNone/>
              <a:defRPr sz="2400"/>
            </a:lvl8pPr>
            <a:lvl9pPr lvl="8">
              <a:spcBef>
                <a:spcPts val="0"/>
              </a:spcBef>
              <a:spcAft>
                <a:spcPts val="0"/>
              </a:spcAft>
              <a:buNone/>
              <a:defRPr sz="2400"/>
            </a:lvl9pPr>
          </a:lstStyle>
          <a:p/>
        </p:txBody>
      </p:sp>
      <p:sp>
        <p:nvSpPr>
          <p:cNvPr id="100" name="Google Shape;100;p9"/>
          <p:cNvSpPr txBox="1"/>
          <p:nvPr>
            <p:ph idx="5" type="subTitle"/>
          </p:nvPr>
        </p:nvSpPr>
        <p:spPr>
          <a:xfrm>
            <a:off x="228600" y="3739100"/>
            <a:ext cx="2336400" cy="172200"/>
          </a:xfrm>
          <a:prstGeom prst="rect">
            <a:avLst/>
          </a:prstGeom>
        </p:spPr>
        <p:txBody>
          <a:bodyPr anchorCtr="0" anchor="ctr"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3">
  <p:cSld name="CUSTOM_8_1_1_1_1_1_1_1_1_1_1_1_1_1_1_1_1_1_1_1_1_1">
    <p:spTree>
      <p:nvGrpSpPr>
        <p:cNvPr id="101" name="Shape 101"/>
        <p:cNvGrpSpPr/>
        <p:nvPr/>
      </p:nvGrpSpPr>
      <p:grpSpPr>
        <a:xfrm>
          <a:off x="0" y="0"/>
          <a:ext cx="0" cy="0"/>
          <a:chOff x="0" y="0"/>
          <a:chExt cx="0" cy="0"/>
        </a:xfrm>
      </p:grpSpPr>
      <p:sp>
        <p:nvSpPr>
          <p:cNvPr id="102" name="Google Shape;102;p10"/>
          <p:cNvSpPr/>
          <p:nvPr/>
        </p:nvSpPr>
        <p:spPr>
          <a:xfrm>
            <a:off x="0" y="0"/>
            <a:ext cx="3776100" cy="37761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03" name="Google Shape;103;p10"/>
          <p:cNvSpPr/>
          <p:nvPr/>
        </p:nvSpPr>
        <p:spPr>
          <a:xfrm rot="10800000">
            <a:off x="4619975" y="250"/>
            <a:ext cx="45201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04" name="Google Shape;104;p10"/>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05" name="Google Shape;105;p10"/>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06" name="Google Shape;106;p10"/>
          <p:cNvSpPr txBox="1"/>
          <p:nvPr>
            <p:ph idx="3" type="title"/>
          </p:nvPr>
        </p:nvSpPr>
        <p:spPr>
          <a:xfrm>
            <a:off x="228600" y="457200"/>
            <a:ext cx="34326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07" name="Google Shape;107;p10"/>
          <p:cNvSpPr txBox="1"/>
          <p:nvPr>
            <p:ph idx="1" type="subTitle"/>
          </p:nvPr>
        </p:nvSpPr>
        <p:spPr>
          <a:xfrm>
            <a:off x="230075" y="882000"/>
            <a:ext cx="3716700" cy="1122000"/>
          </a:xfrm>
          <a:prstGeom prst="rect">
            <a:avLst/>
          </a:prstGeom>
        </p:spPr>
        <p:txBody>
          <a:bodyPr anchorCtr="0" anchor="t" bIns="0" lIns="0" spcFirstLastPara="1" rIns="0" wrap="square" tIns="0">
            <a:sp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08" name="Google Shape;108;p10"/>
          <p:cNvSpPr txBox="1"/>
          <p:nvPr>
            <p:ph idx="4" type="body"/>
          </p:nvPr>
        </p:nvSpPr>
        <p:spPr>
          <a:xfrm>
            <a:off x="230075" y="3492500"/>
            <a:ext cx="3462600" cy="7140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09" name="Google Shape;109;p10"/>
          <p:cNvSpPr/>
          <p:nvPr>
            <p:ph idx="5" type="pic"/>
          </p:nvPr>
        </p:nvSpPr>
        <p:spPr>
          <a:xfrm>
            <a:off x="5520400" y="921875"/>
            <a:ext cx="2724900" cy="3293100"/>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8_1_1_1_1_1_1_1_1_1_1_1_1_1_1_1_1_1_1_1_1_1_1">
    <p:spTree>
      <p:nvGrpSpPr>
        <p:cNvPr id="110" name="Shape 110"/>
        <p:cNvGrpSpPr/>
        <p:nvPr/>
      </p:nvGrpSpPr>
      <p:grpSpPr>
        <a:xfrm>
          <a:off x="0" y="0"/>
          <a:ext cx="0" cy="0"/>
          <a:chOff x="0" y="0"/>
          <a:chExt cx="0" cy="0"/>
        </a:xfrm>
      </p:grpSpPr>
      <p:sp>
        <p:nvSpPr>
          <p:cNvPr id="111" name="Google Shape;111;p11"/>
          <p:cNvSpPr/>
          <p:nvPr/>
        </p:nvSpPr>
        <p:spPr>
          <a:xfrm rot="8100000">
            <a:off x="1338758" y="1905656"/>
            <a:ext cx="6464087" cy="6464087"/>
          </a:xfrm>
          <a:prstGeom prst="rtTriangle">
            <a:avLst/>
          </a:prstGeom>
          <a:gradFill>
            <a:gsLst>
              <a:gs pos="0">
                <a:schemeClr val="lt2"/>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112" name="Google Shape;112;p11"/>
          <p:cNvSpPr/>
          <p:nvPr/>
        </p:nvSpPr>
        <p:spPr>
          <a:xfrm rot="-2700000">
            <a:off x="3109572" y="-1459928"/>
            <a:ext cx="2922755" cy="2922755"/>
          </a:xfrm>
          <a:prstGeom prst="rtTriangle">
            <a:avLst/>
          </a:prstGeom>
          <a:gradFill>
            <a:gsLst>
              <a:gs pos="0">
                <a:schemeClr val="accent5"/>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113" name="Google Shape;113;p11"/>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14" name="Google Shape;114;p11"/>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15" name="Google Shape;115;p11"/>
          <p:cNvSpPr txBox="1"/>
          <p:nvPr>
            <p:ph idx="1" type="subTitle"/>
          </p:nvPr>
        </p:nvSpPr>
        <p:spPr>
          <a:xfrm>
            <a:off x="230075" y="1548047"/>
            <a:ext cx="4653900" cy="303900"/>
          </a:xfrm>
          <a:prstGeom prst="rect">
            <a:avLst/>
          </a:prstGeom>
        </p:spPr>
        <p:txBody>
          <a:bodyPr anchorCtr="0" anchor="ctr" bIns="0" lIns="0" spcFirstLastPara="1" rIns="0" wrap="square" tIns="0">
            <a:noAutofit/>
          </a:bodyPr>
          <a:lstStyle>
            <a:lvl1pPr lvl="0">
              <a:spcBef>
                <a:spcPts val="0"/>
              </a:spcBef>
              <a:spcAft>
                <a:spcPts val="0"/>
              </a:spcAft>
              <a:buNone/>
              <a:defRPr>
                <a:latin typeface="Jost"/>
                <a:ea typeface="Jost"/>
                <a:cs typeface="Jost"/>
                <a:sym typeface="Jost"/>
              </a:defRPr>
            </a:lvl1pPr>
            <a:lvl2pPr lvl="1">
              <a:spcBef>
                <a:spcPts val="0"/>
              </a:spcBef>
              <a:spcAft>
                <a:spcPts val="0"/>
              </a:spcAft>
              <a:buNone/>
              <a:defRPr>
                <a:latin typeface="Jost"/>
                <a:ea typeface="Jost"/>
                <a:cs typeface="Jost"/>
                <a:sym typeface="Jost"/>
              </a:defRPr>
            </a:lvl2pPr>
            <a:lvl3pPr lvl="2">
              <a:spcBef>
                <a:spcPts val="0"/>
              </a:spcBef>
              <a:spcAft>
                <a:spcPts val="0"/>
              </a:spcAft>
              <a:buNone/>
              <a:defRPr>
                <a:latin typeface="Jost"/>
                <a:ea typeface="Jost"/>
                <a:cs typeface="Jost"/>
                <a:sym typeface="Jost"/>
              </a:defRPr>
            </a:lvl3pPr>
            <a:lvl4pPr lvl="3">
              <a:spcBef>
                <a:spcPts val="0"/>
              </a:spcBef>
              <a:spcAft>
                <a:spcPts val="0"/>
              </a:spcAft>
              <a:buNone/>
              <a:defRPr>
                <a:latin typeface="Jost"/>
                <a:ea typeface="Jost"/>
                <a:cs typeface="Jost"/>
                <a:sym typeface="Jost"/>
              </a:defRPr>
            </a:lvl4pPr>
            <a:lvl5pPr lvl="4">
              <a:spcBef>
                <a:spcPts val="0"/>
              </a:spcBef>
              <a:spcAft>
                <a:spcPts val="0"/>
              </a:spcAft>
              <a:buNone/>
              <a:defRPr>
                <a:latin typeface="Jost"/>
                <a:ea typeface="Jost"/>
                <a:cs typeface="Jost"/>
                <a:sym typeface="Jost"/>
              </a:defRPr>
            </a:lvl5pPr>
            <a:lvl6pPr lvl="5">
              <a:spcBef>
                <a:spcPts val="0"/>
              </a:spcBef>
              <a:spcAft>
                <a:spcPts val="0"/>
              </a:spcAft>
              <a:buNone/>
              <a:defRPr>
                <a:latin typeface="Jost"/>
                <a:ea typeface="Jost"/>
                <a:cs typeface="Jost"/>
                <a:sym typeface="Jost"/>
              </a:defRPr>
            </a:lvl6pPr>
            <a:lvl7pPr lvl="6">
              <a:spcBef>
                <a:spcPts val="0"/>
              </a:spcBef>
              <a:spcAft>
                <a:spcPts val="0"/>
              </a:spcAft>
              <a:buNone/>
              <a:defRPr>
                <a:latin typeface="Jost"/>
                <a:ea typeface="Jost"/>
                <a:cs typeface="Jost"/>
                <a:sym typeface="Jost"/>
              </a:defRPr>
            </a:lvl7pPr>
            <a:lvl8pPr lvl="7">
              <a:spcBef>
                <a:spcPts val="0"/>
              </a:spcBef>
              <a:spcAft>
                <a:spcPts val="0"/>
              </a:spcAft>
              <a:buNone/>
              <a:defRPr>
                <a:latin typeface="Jost"/>
                <a:ea typeface="Jost"/>
                <a:cs typeface="Jost"/>
                <a:sym typeface="Jost"/>
              </a:defRPr>
            </a:lvl8pPr>
            <a:lvl9pPr lvl="8">
              <a:spcBef>
                <a:spcPts val="0"/>
              </a:spcBef>
              <a:spcAft>
                <a:spcPts val="0"/>
              </a:spcAft>
              <a:buNone/>
              <a:defRPr>
                <a:latin typeface="Jost"/>
                <a:ea typeface="Jost"/>
                <a:cs typeface="Jost"/>
                <a:sym typeface="Jost"/>
              </a:defRPr>
            </a:lvl9pPr>
          </a:lstStyle>
          <a:p/>
        </p:txBody>
      </p:sp>
      <p:sp>
        <p:nvSpPr>
          <p:cNvPr id="116" name="Google Shape;116;p11"/>
          <p:cNvSpPr txBox="1"/>
          <p:nvPr>
            <p:ph idx="3" type="title"/>
          </p:nvPr>
        </p:nvSpPr>
        <p:spPr>
          <a:xfrm>
            <a:off x="228600" y="1960022"/>
            <a:ext cx="7224600" cy="12651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4500"/>
            </a:lvl1pPr>
            <a:lvl2pPr lvl="1">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2pPr>
            <a:lvl3pPr lvl="2">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3pPr>
            <a:lvl4pPr lvl="3">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4pPr>
            <a:lvl5pPr lvl="4">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5pPr>
            <a:lvl6pPr lvl="5">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6pPr>
            <a:lvl7pPr lvl="6">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7pPr>
            <a:lvl8pPr lvl="7">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8pPr>
            <a:lvl9pPr lvl="8">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p:cSld name="CUSTOM_8_1_1_1_1_1_1_1_1_1_1_1_1_1_1_1_1_1_1_1_1_1_1_1">
    <p:spTree>
      <p:nvGrpSpPr>
        <p:cNvPr id="117" name="Shape 117"/>
        <p:cNvGrpSpPr/>
        <p:nvPr/>
      </p:nvGrpSpPr>
      <p:grpSpPr>
        <a:xfrm>
          <a:off x="0" y="0"/>
          <a:ext cx="0" cy="0"/>
          <a:chOff x="0" y="0"/>
          <a:chExt cx="0" cy="0"/>
        </a:xfrm>
      </p:grpSpPr>
      <p:sp>
        <p:nvSpPr>
          <p:cNvPr id="118" name="Google Shape;118;p12"/>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19" name="Google Shape;119;p12"/>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20" name="Google Shape;120;p12"/>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21" name="Google Shape;121;p12"/>
          <p:cNvSpPr txBox="1"/>
          <p:nvPr>
            <p:ph idx="1" type="subTitle"/>
          </p:nvPr>
        </p:nvSpPr>
        <p:spPr>
          <a:xfrm>
            <a:off x="1638400"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22" name="Google Shape;122;p12"/>
          <p:cNvSpPr txBox="1"/>
          <p:nvPr>
            <p:ph idx="4" type="subTitle"/>
          </p:nvPr>
        </p:nvSpPr>
        <p:spPr>
          <a:xfrm>
            <a:off x="3099713"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23" name="Google Shape;123;p12"/>
          <p:cNvSpPr txBox="1"/>
          <p:nvPr>
            <p:ph idx="5" type="subTitle"/>
          </p:nvPr>
        </p:nvSpPr>
        <p:spPr>
          <a:xfrm>
            <a:off x="4563613"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24" name="Google Shape;124;p12"/>
          <p:cNvSpPr txBox="1"/>
          <p:nvPr>
            <p:ph idx="6" type="subTitle"/>
          </p:nvPr>
        </p:nvSpPr>
        <p:spPr>
          <a:xfrm>
            <a:off x="6024925"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25" name="Google Shape;125;p12"/>
          <p:cNvSpPr txBox="1"/>
          <p:nvPr>
            <p:ph idx="7" type="subTitle"/>
          </p:nvPr>
        </p:nvSpPr>
        <p:spPr>
          <a:xfrm>
            <a:off x="7521175" y="1547546"/>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26" name="Google Shape;126;p12"/>
          <p:cNvSpPr txBox="1"/>
          <p:nvPr>
            <p:ph idx="8" type="subTitle"/>
          </p:nvPr>
        </p:nvSpPr>
        <p:spPr>
          <a:xfrm>
            <a:off x="381000" y="2131483"/>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27" name="Google Shape;127;p12"/>
          <p:cNvSpPr txBox="1"/>
          <p:nvPr>
            <p:ph idx="9" type="subTitle"/>
          </p:nvPr>
        </p:nvSpPr>
        <p:spPr>
          <a:xfrm>
            <a:off x="381000" y="2687933"/>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28" name="Google Shape;128;p12"/>
          <p:cNvSpPr txBox="1"/>
          <p:nvPr>
            <p:ph idx="13" type="subTitle"/>
          </p:nvPr>
        </p:nvSpPr>
        <p:spPr>
          <a:xfrm>
            <a:off x="381000" y="3238608"/>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29" name="Google Shape;129;p12"/>
          <p:cNvSpPr txBox="1"/>
          <p:nvPr>
            <p:ph idx="14" type="subTitle"/>
          </p:nvPr>
        </p:nvSpPr>
        <p:spPr>
          <a:xfrm>
            <a:off x="381000" y="3795058"/>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30" name="Google Shape;130;p12"/>
          <p:cNvSpPr txBox="1"/>
          <p:nvPr>
            <p:ph idx="15" type="subTitle"/>
          </p:nvPr>
        </p:nvSpPr>
        <p:spPr>
          <a:xfrm>
            <a:off x="381000" y="4351508"/>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1">
  <p:cSld name="CUSTOM_8_1_1_1_1_1_1_1_1_1_1_1_1_1_1_1_1_1_1_1_1_1_1_1_2">
    <p:spTree>
      <p:nvGrpSpPr>
        <p:cNvPr id="131" name="Shape 131"/>
        <p:cNvGrpSpPr/>
        <p:nvPr/>
      </p:nvGrpSpPr>
      <p:grpSpPr>
        <a:xfrm>
          <a:off x="0" y="0"/>
          <a:ext cx="0" cy="0"/>
          <a:chOff x="0" y="0"/>
          <a:chExt cx="0" cy="0"/>
        </a:xfrm>
      </p:grpSpPr>
      <p:sp>
        <p:nvSpPr>
          <p:cNvPr id="132" name="Google Shape;132;p13"/>
          <p:cNvSpPr/>
          <p:nvPr/>
        </p:nvSpPr>
        <p:spPr>
          <a:xfrm flipH="1">
            <a:off x="6286500" y="0"/>
            <a:ext cx="2857500" cy="28575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33" name="Google Shape;133;p13"/>
          <p:cNvSpPr/>
          <p:nvPr/>
        </p:nvSpPr>
        <p:spPr>
          <a:xfrm rot="10800000">
            <a:off x="0" y="250"/>
            <a:ext cx="45201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34" name="Google Shape;134;p13"/>
          <p:cNvSpPr txBox="1"/>
          <p:nvPr>
            <p:ph idx="1" type="body"/>
          </p:nvPr>
        </p:nvSpPr>
        <p:spPr>
          <a:xfrm>
            <a:off x="4903325" y="1072775"/>
            <a:ext cx="36816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35" name="Google Shape;135;p13"/>
          <p:cNvSpPr txBox="1"/>
          <p:nvPr>
            <p:ph idx="2" type="body"/>
          </p:nvPr>
        </p:nvSpPr>
        <p:spPr>
          <a:xfrm>
            <a:off x="4903325" y="2018675"/>
            <a:ext cx="36816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36" name="Google Shape;136;p13"/>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37" name="Google Shape;137;p13"/>
          <p:cNvSpPr txBox="1"/>
          <p:nvPr>
            <p:ph idx="3"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38" name="Google Shape;138;p13"/>
          <p:cNvSpPr/>
          <p:nvPr>
            <p:ph idx="4" type="pic"/>
          </p:nvPr>
        </p:nvSpPr>
        <p:spPr>
          <a:xfrm>
            <a:off x="230075" y="457200"/>
            <a:ext cx="3681600" cy="2309700"/>
          </a:xfrm>
          <a:prstGeom prst="rect">
            <a:avLst/>
          </a:prstGeom>
          <a:noFill/>
          <a:ln>
            <a:noFill/>
          </a:ln>
        </p:spPr>
      </p:sp>
      <p:sp>
        <p:nvSpPr>
          <p:cNvPr id="139" name="Google Shape;139;p13"/>
          <p:cNvSpPr txBox="1"/>
          <p:nvPr>
            <p:ph idx="5" type="title"/>
          </p:nvPr>
        </p:nvSpPr>
        <p:spPr>
          <a:xfrm>
            <a:off x="230075" y="2993600"/>
            <a:ext cx="3681600" cy="34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40" name="Google Shape;140;p13"/>
          <p:cNvSpPr txBox="1"/>
          <p:nvPr>
            <p:ph idx="6" type="body"/>
          </p:nvPr>
        </p:nvSpPr>
        <p:spPr>
          <a:xfrm>
            <a:off x="230075" y="3515700"/>
            <a:ext cx="3681600" cy="9135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41" name="Google Shape;141;p13"/>
          <p:cNvSpPr txBox="1"/>
          <p:nvPr>
            <p:ph idx="7" type="body"/>
          </p:nvPr>
        </p:nvSpPr>
        <p:spPr>
          <a:xfrm>
            <a:off x="4903325" y="2964575"/>
            <a:ext cx="3681600" cy="445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42" name="Google Shape;142;p13"/>
          <p:cNvSpPr txBox="1"/>
          <p:nvPr>
            <p:ph idx="8" type="subTitle"/>
          </p:nvPr>
        </p:nvSpPr>
        <p:spPr>
          <a:xfrm>
            <a:off x="4903325" y="2653700"/>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43" name="Google Shape;143;p13"/>
          <p:cNvSpPr txBox="1"/>
          <p:nvPr>
            <p:ph idx="9" type="subTitle"/>
          </p:nvPr>
        </p:nvSpPr>
        <p:spPr>
          <a:xfrm>
            <a:off x="4903325" y="1707800"/>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44" name="Google Shape;144;p13"/>
          <p:cNvSpPr txBox="1"/>
          <p:nvPr>
            <p:ph idx="13" type="subTitle"/>
          </p:nvPr>
        </p:nvSpPr>
        <p:spPr>
          <a:xfrm>
            <a:off x="4903325" y="761900"/>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ards">
  <p:cSld name="CUSTOM_8_1_1_1_1_1_1_1_1_1_1_1_1_1_1_1_1_1_1_1_1_1_1_1_1">
    <p:spTree>
      <p:nvGrpSpPr>
        <p:cNvPr id="145" name="Shape 145"/>
        <p:cNvGrpSpPr/>
        <p:nvPr/>
      </p:nvGrpSpPr>
      <p:grpSpPr>
        <a:xfrm>
          <a:off x="0" y="0"/>
          <a:ext cx="0" cy="0"/>
          <a:chOff x="0" y="0"/>
          <a:chExt cx="0" cy="0"/>
        </a:xfrm>
      </p:grpSpPr>
      <p:sp>
        <p:nvSpPr>
          <p:cNvPr id="146" name="Google Shape;146;p14"/>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47" name="Google Shape;147;p14"/>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48" name="Google Shape;148;p14"/>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49" name="Google Shape;149;p14"/>
          <p:cNvSpPr txBox="1"/>
          <p:nvPr>
            <p:ph idx="1" type="body"/>
          </p:nvPr>
        </p:nvSpPr>
        <p:spPr>
          <a:xfrm>
            <a:off x="228600" y="882000"/>
            <a:ext cx="2514300" cy="6438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50" name="Google Shape;150;p14"/>
          <p:cNvSpPr txBox="1"/>
          <p:nvPr>
            <p:ph idx="4" type="subTitle"/>
          </p:nvPr>
        </p:nvSpPr>
        <p:spPr>
          <a:xfrm>
            <a:off x="343325" y="2026000"/>
            <a:ext cx="23622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151" name="Google Shape;151;p14"/>
          <p:cNvSpPr txBox="1"/>
          <p:nvPr>
            <p:ph idx="5" type="subTitle"/>
          </p:nvPr>
        </p:nvSpPr>
        <p:spPr>
          <a:xfrm>
            <a:off x="4733675" y="2026000"/>
            <a:ext cx="23622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CUSTOM_8_1_1_1_1_1_1_1_1_1_1_1_1_1_1_1_1_1_1_1_1_1_1_1_1_1">
    <p:spTree>
      <p:nvGrpSpPr>
        <p:cNvPr id="152" name="Shape 152"/>
        <p:cNvGrpSpPr/>
        <p:nvPr/>
      </p:nvGrpSpPr>
      <p:grpSpPr>
        <a:xfrm>
          <a:off x="0" y="0"/>
          <a:ext cx="0" cy="0"/>
          <a:chOff x="0" y="0"/>
          <a:chExt cx="0" cy="0"/>
        </a:xfrm>
      </p:grpSpPr>
      <p:sp>
        <p:nvSpPr>
          <p:cNvPr id="153" name="Google Shape;153;p15"/>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54" name="Google Shape;154;p15"/>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55" name="Google Shape;155;p15"/>
          <p:cNvSpPr txBox="1"/>
          <p:nvPr>
            <p:ph idx="1" type="body"/>
          </p:nvPr>
        </p:nvSpPr>
        <p:spPr>
          <a:xfrm>
            <a:off x="4637600" y="432627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56" name="Google Shape;156;p15"/>
          <p:cNvSpPr txBox="1"/>
          <p:nvPr>
            <p:ph idx="3" type="subTitle"/>
          </p:nvPr>
        </p:nvSpPr>
        <p:spPr>
          <a:xfrm>
            <a:off x="1603898" y="4342896"/>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57" name="Google Shape;157;p15"/>
          <p:cNvSpPr txBox="1"/>
          <p:nvPr>
            <p:ph idx="4" type="subTitle"/>
          </p:nvPr>
        </p:nvSpPr>
        <p:spPr>
          <a:xfrm>
            <a:off x="330825" y="4189325"/>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158" name="Google Shape;158;p15"/>
          <p:cNvSpPr txBox="1"/>
          <p:nvPr>
            <p:ph idx="5" type="body"/>
          </p:nvPr>
        </p:nvSpPr>
        <p:spPr>
          <a:xfrm>
            <a:off x="4637600" y="332264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59" name="Google Shape;159;p15"/>
          <p:cNvSpPr txBox="1"/>
          <p:nvPr>
            <p:ph idx="6" type="subTitle"/>
          </p:nvPr>
        </p:nvSpPr>
        <p:spPr>
          <a:xfrm>
            <a:off x="1603898" y="3339267"/>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60" name="Google Shape;160;p15"/>
          <p:cNvSpPr txBox="1"/>
          <p:nvPr>
            <p:ph idx="7" type="subTitle"/>
          </p:nvPr>
        </p:nvSpPr>
        <p:spPr>
          <a:xfrm>
            <a:off x="330825" y="3185695"/>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161" name="Google Shape;161;p15"/>
          <p:cNvSpPr txBox="1"/>
          <p:nvPr>
            <p:ph idx="8" type="body"/>
          </p:nvPr>
        </p:nvSpPr>
        <p:spPr>
          <a:xfrm>
            <a:off x="4637600" y="234198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62" name="Google Shape;162;p15"/>
          <p:cNvSpPr txBox="1"/>
          <p:nvPr>
            <p:ph idx="9" type="subTitle"/>
          </p:nvPr>
        </p:nvSpPr>
        <p:spPr>
          <a:xfrm>
            <a:off x="1603898" y="2358608"/>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63" name="Google Shape;163;p15"/>
          <p:cNvSpPr txBox="1"/>
          <p:nvPr>
            <p:ph idx="13" type="subTitle"/>
          </p:nvPr>
        </p:nvSpPr>
        <p:spPr>
          <a:xfrm>
            <a:off x="330825" y="2205037"/>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164" name="Google Shape;164;p15"/>
          <p:cNvSpPr txBox="1"/>
          <p:nvPr>
            <p:ph idx="14" type="body"/>
          </p:nvPr>
        </p:nvSpPr>
        <p:spPr>
          <a:xfrm>
            <a:off x="4637600" y="136132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65" name="Google Shape;165;p15"/>
          <p:cNvSpPr txBox="1"/>
          <p:nvPr>
            <p:ph idx="15" type="subTitle"/>
          </p:nvPr>
        </p:nvSpPr>
        <p:spPr>
          <a:xfrm>
            <a:off x="1603898" y="1377949"/>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66" name="Google Shape;166;p15"/>
          <p:cNvSpPr txBox="1"/>
          <p:nvPr>
            <p:ph idx="16" type="subTitle"/>
          </p:nvPr>
        </p:nvSpPr>
        <p:spPr>
          <a:xfrm>
            <a:off x="330825" y="1224378"/>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167" name="Google Shape;167;p15"/>
          <p:cNvSpPr txBox="1"/>
          <p:nvPr>
            <p:ph idx="17"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ards">
  <p:cSld name="CUSTOM_8_1_1_1_1_1_1_1_1_1_1_1_1_1_1_1_1_1_1_1_1_1_1_1_1_1_1">
    <p:spTree>
      <p:nvGrpSpPr>
        <p:cNvPr id="168" name="Shape 168"/>
        <p:cNvGrpSpPr/>
        <p:nvPr/>
      </p:nvGrpSpPr>
      <p:grpSpPr>
        <a:xfrm>
          <a:off x="0" y="0"/>
          <a:ext cx="0" cy="0"/>
          <a:chOff x="0" y="0"/>
          <a:chExt cx="0" cy="0"/>
        </a:xfrm>
      </p:grpSpPr>
      <p:sp>
        <p:nvSpPr>
          <p:cNvPr id="169" name="Google Shape;169;p16"/>
          <p:cNvSpPr txBox="1"/>
          <p:nvPr>
            <p:ph idx="1" type="body"/>
          </p:nvPr>
        </p:nvSpPr>
        <p:spPr>
          <a:xfrm>
            <a:off x="3316788" y="1516150"/>
            <a:ext cx="2513100" cy="714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70" name="Google Shape;170;p16"/>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71" name="Google Shape;171;p16"/>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72" name="Google Shape;172;p16"/>
          <p:cNvSpPr txBox="1"/>
          <p:nvPr>
            <p:ph idx="3" type="subTitle"/>
          </p:nvPr>
        </p:nvSpPr>
        <p:spPr>
          <a:xfrm>
            <a:off x="355609" y="549950"/>
            <a:ext cx="24339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p:txBody>
      </p:sp>
      <p:sp>
        <p:nvSpPr>
          <p:cNvPr id="173" name="Google Shape;173;p16"/>
          <p:cNvSpPr txBox="1"/>
          <p:nvPr>
            <p:ph idx="4" type="body"/>
          </p:nvPr>
        </p:nvSpPr>
        <p:spPr>
          <a:xfrm>
            <a:off x="387450" y="1516150"/>
            <a:ext cx="2513100" cy="714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74" name="Google Shape;174;p16"/>
          <p:cNvSpPr txBox="1"/>
          <p:nvPr>
            <p:ph idx="5" type="subTitle"/>
          </p:nvPr>
        </p:nvSpPr>
        <p:spPr>
          <a:xfrm>
            <a:off x="3284965" y="549950"/>
            <a:ext cx="24339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p:txBody>
      </p:sp>
      <p:sp>
        <p:nvSpPr>
          <p:cNvPr id="175" name="Google Shape;175;p16"/>
          <p:cNvSpPr txBox="1"/>
          <p:nvPr>
            <p:ph idx="6" type="subTitle"/>
          </p:nvPr>
        </p:nvSpPr>
        <p:spPr>
          <a:xfrm>
            <a:off x="6213059" y="560550"/>
            <a:ext cx="24339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p:txBody>
      </p:sp>
      <p:sp>
        <p:nvSpPr>
          <p:cNvPr id="176" name="Google Shape;176;p16"/>
          <p:cNvSpPr txBox="1"/>
          <p:nvPr>
            <p:ph idx="7" type="body"/>
          </p:nvPr>
        </p:nvSpPr>
        <p:spPr>
          <a:xfrm>
            <a:off x="6244900" y="1526750"/>
            <a:ext cx="2513100" cy="714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2">
  <p:cSld name="CUSTOM_8_1_1_1_1_1_1_1_1_1_1_1_1_1_1_1_1_1_1_1_1_1_1_1_1_1_1_1">
    <p:spTree>
      <p:nvGrpSpPr>
        <p:cNvPr id="177" name="Shape 177"/>
        <p:cNvGrpSpPr/>
        <p:nvPr/>
      </p:nvGrpSpPr>
      <p:grpSpPr>
        <a:xfrm>
          <a:off x="0" y="0"/>
          <a:ext cx="0" cy="0"/>
          <a:chOff x="0" y="0"/>
          <a:chExt cx="0" cy="0"/>
        </a:xfrm>
      </p:grpSpPr>
      <p:sp>
        <p:nvSpPr>
          <p:cNvPr id="178" name="Google Shape;178;p17"/>
          <p:cNvSpPr/>
          <p:nvPr/>
        </p:nvSpPr>
        <p:spPr>
          <a:xfrm rot="10800000">
            <a:off x="-25" y="250"/>
            <a:ext cx="30669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79" name="Google Shape;179;p17"/>
          <p:cNvSpPr txBox="1"/>
          <p:nvPr/>
        </p:nvSpPr>
        <p:spPr>
          <a:xfrm>
            <a:off x="230934" y="1805263"/>
            <a:ext cx="3720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600">
                <a:solidFill>
                  <a:schemeClr val="dk1"/>
                </a:solidFill>
                <a:latin typeface="Jost"/>
                <a:ea typeface="Jost"/>
                <a:cs typeface="Jost"/>
                <a:sym typeface="Jost"/>
              </a:rPr>
              <a:t>🡖</a:t>
            </a:r>
            <a:endParaRPr sz="1600">
              <a:solidFill>
                <a:schemeClr val="dk1"/>
              </a:solidFill>
              <a:latin typeface="Jost"/>
              <a:ea typeface="Jost"/>
              <a:cs typeface="Jost"/>
              <a:sym typeface="Jost"/>
            </a:endParaRPr>
          </a:p>
        </p:txBody>
      </p:sp>
      <p:sp>
        <p:nvSpPr>
          <p:cNvPr id="180" name="Google Shape;180;p17"/>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81" name="Google Shape;181;p17"/>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82" name="Google Shape;182;p17"/>
          <p:cNvSpPr txBox="1"/>
          <p:nvPr>
            <p:ph idx="3" type="title"/>
          </p:nvPr>
        </p:nvSpPr>
        <p:spPr>
          <a:xfrm>
            <a:off x="230937" y="1593450"/>
            <a:ext cx="2378700" cy="343200"/>
          </a:xfrm>
          <a:prstGeom prst="rect">
            <a:avLst/>
          </a:prstGeom>
        </p:spPr>
        <p:txBody>
          <a:bodyPr anchorCtr="0" anchor="t" bIns="0" lIns="0" spcFirstLastPara="1" rIns="0" wrap="square" tIns="0">
            <a:noAutofit/>
          </a:bodyPr>
          <a:lstStyle>
            <a:lvl1pPr lvl="0">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83" name="Google Shape;183;p17"/>
          <p:cNvSpPr txBox="1"/>
          <p:nvPr>
            <p:ph idx="1" type="body"/>
          </p:nvPr>
        </p:nvSpPr>
        <p:spPr>
          <a:xfrm>
            <a:off x="230938" y="2041800"/>
            <a:ext cx="2378700" cy="962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4" name="Google Shape;184;p17"/>
          <p:cNvSpPr txBox="1"/>
          <p:nvPr>
            <p:ph idx="4" type="body"/>
          </p:nvPr>
        </p:nvSpPr>
        <p:spPr>
          <a:xfrm>
            <a:off x="3439371" y="907600"/>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5" name="Google Shape;185;p17"/>
          <p:cNvSpPr txBox="1"/>
          <p:nvPr>
            <p:ph idx="5" type="subTitle"/>
          </p:nvPr>
        </p:nvSpPr>
        <p:spPr>
          <a:xfrm>
            <a:off x="3439363" y="618975"/>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86" name="Google Shape;186;p17"/>
          <p:cNvSpPr txBox="1"/>
          <p:nvPr>
            <p:ph idx="6" type="body"/>
          </p:nvPr>
        </p:nvSpPr>
        <p:spPr>
          <a:xfrm>
            <a:off x="3439371" y="2532294"/>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7" name="Google Shape;187;p17"/>
          <p:cNvSpPr txBox="1"/>
          <p:nvPr>
            <p:ph idx="7" type="subTitle"/>
          </p:nvPr>
        </p:nvSpPr>
        <p:spPr>
          <a:xfrm>
            <a:off x="3439363" y="2243669"/>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88" name="Google Shape;188;p17"/>
          <p:cNvSpPr txBox="1"/>
          <p:nvPr>
            <p:ph idx="8" type="body"/>
          </p:nvPr>
        </p:nvSpPr>
        <p:spPr>
          <a:xfrm>
            <a:off x="6313271" y="907600"/>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9" name="Google Shape;189;p17"/>
          <p:cNvSpPr txBox="1"/>
          <p:nvPr>
            <p:ph idx="9" type="subTitle"/>
          </p:nvPr>
        </p:nvSpPr>
        <p:spPr>
          <a:xfrm>
            <a:off x="6313263" y="618975"/>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90" name="Google Shape;190;p17"/>
          <p:cNvSpPr txBox="1"/>
          <p:nvPr>
            <p:ph idx="13" type="body"/>
          </p:nvPr>
        </p:nvSpPr>
        <p:spPr>
          <a:xfrm>
            <a:off x="6313271" y="2532294"/>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91" name="Google Shape;191;p17"/>
          <p:cNvSpPr txBox="1"/>
          <p:nvPr>
            <p:ph idx="14" type="subTitle"/>
          </p:nvPr>
        </p:nvSpPr>
        <p:spPr>
          <a:xfrm>
            <a:off x="6313263" y="2243669"/>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92" name="Google Shape;192;p17"/>
          <p:cNvSpPr txBox="1"/>
          <p:nvPr>
            <p:ph idx="15" type="body"/>
          </p:nvPr>
        </p:nvSpPr>
        <p:spPr>
          <a:xfrm>
            <a:off x="230650" y="3875100"/>
            <a:ext cx="2378700" cy="913500"/>
          </a:xfrm>
          <a:prstGeom prst="rect">
            <a:avLst/>
          </a:prstGeom>
        </p:spPr>
        <p:txBody>
          <a:bodyPr anchorCtr="0" anchor="t" bIns="0" lIns="0" spcFirstLastPara="1" rIns="0" wrap="square" tIns="0">
            <a:spAutoFit/>
          </a:bodyPr>
          <a:lstStyle>
            <a:lvl1pPr indent="-304800" lvl="0" marL="457200">
              <a:spcBef>
                <a:spcPts val="0"/>
              </a:spcBef>
              <a:spcAft>
                <a:spcPts val="0"/>
              </a:spcAft>
              <a:buClr>
                <a:schemeClr val="dk1"/>
              </a:buClr>
              <a:buSzPts val="1200"/>
              <a:buFont typeface="Figtree"/>
              <a:buChar char="●"/>
              <a:defRPr>
                <a:latin typeface="Figtree"/>
                <a:ea typeface="Figtree"/>
                <a:cs typeface="Figtree"/>
                <a:sym typeface="Figtree"/>
              </a:defRPr>
            </a:lvl1pPr>
            <a:lvl2pPr indent="-304800" lvl="1" marL="914400">
              <a:spcBef>
                <a:spcPts val="0"/>
              </a:spcBef>
              <a:spcAft>
                <a:spcPts val="0"/>
              </a:spcAft>
              <a:buClr>
                <a:schemeClr val="dk1"/>
              </a:buClr>
              <a:buSzPts val="1200"/>
              <a:buFont typeface="Figtree"/>
              <a:buChar char="○"/>
              <a:defRPr>
                <a:latin typeface="Figtree"/>
                <a:ea typeface="Figtree"/>
                <a:cs typeface="Figtree"/>
                <a:sym typeface="Figtree"/>
              </a:defRPr>
            </a:lvl2pPr>
            <a:lvl3pPr indent="-304800" lvl="2" marL="1371600">
              <a:spcBef>
                <a:spcPts val="0"/>
              </a:spcBef>
              <a:spcAft>
                <a:spcPts val="0"/>
              </a:spcAft>
              <a:buClr>
                <a:schemeClr val="dk1"/>
              </a:buClr>
              <a:buSzPts val="1200"/>
              <a:buFont typeface="Figtree"/>
              <a:buChar char="■"/>
              <a:defRPr>
                <a:latin typeface="Figtree"/>
                <a:ea typeface="Figtree"/>
                <a:cs typeface="Figtree"/>
                <a:sym typeface="Figtree"/>
              </a:defRPr>
            </a:lvl3pPr>
            <a:lvl4pPr indent="-304800" lvl="3" marL="1828800">
              <a:spcBef>
                <a:spcPts val="0"/>
              </a:spcBef>
              <a:spcAft>
                <a:spcPts val="0"/>
              </a:spcAft>
              <a:buClr>
                <a:schemeClr val="dk1"/>
              </a:buClr>
              <a:buSzPts val="1200"/>
              <a:buFont typeface="Figtree"/>
              <a:buChar char="●"/>
              <a:defRPr>
                <a:latin typeface="Figtree"/>
                <a:ea typeface="Figtree"/>
                <a:cs typeface="Figtree"/>
                <a:sym typeface="Figtree"/>
              </a:defRPr>
            </a:lvl4pPr>
            <a:lvl5pPr indent="-304800" lvl="4" marL="2286000">
              <a:spcBef>
                <a:spcPts val="0"/>
              </a:spcBef>
              <a:spcAft>
                <a:spcPts val="0"/>
              </a:spcAft>
              <a:buClr>
                <a:schemeClr val="dk1"/>
              </a:buClr>
              <a:buSzPts val="1200"/>
              <a:buFont typeface="Figtree"/>
              <a:buChar char="○"/>
              <a:defRPr>
                <a:latin typeface="Figtree"/>
                <a:ea typeface="Figtree"/>
                <a:cs typeface="Figtree"/>
                <a:sym typeface="Figtree"/>
              </a:defRPr>
            </a:lvl5pPr>
            <a:lvl6pPr indent="-304800" lvl="5" marL="2743200">
              <a:spcBef>
                <a:spcPts val="0"/>
              </a:spcBef>
              <a:spcAft>
                <a:spcPts val="0"/>
              </a:spcAft>
              <a:buClr>
                <a:schemeClr val="dk1"/>
              </a:buClr>
              <a:buSzPts val="1200"/>
              <a:buFont typeface="Figtree"/>
              <a:buChar char="■"/>
              <a:defRPr>
                <a:latin typeface="Figtree"/>
                <a:ea typeface="Figtree"/>
                <a:cs typeface="Figtree"/>
                <a:sym typeface="Figtree"/>
              </a:defRPr>
            </a:lvl6pPr>
            <a:lvl7pPr indent="-304800" lvl="6" marL="3200400">
              <a:spcBef>
                <a:spcPts val="0"/>
              </a:spcBef>
              <a:spcAft>
                <a:spcPts val="0"/>
              </a:spcAft>
              <a:buClr>
                <a:schemeClr val="dk1"/>
              </a:buClr>
              <a:buSzPts val="1200"/>
              <a:buFont typeface="Figtree"/>
              <a:buChar char="●"/>
              <a:defRPr>
                <a:latin typeface="Figtree"/>
                <a:ea typeface="Figtree"/>
                <a:cs typeface="Figtree"/>
                <a:sym typeface="Figtree"/>
              </a:defRPr>
            </a:lvl7pPr>
            <a:lvl8pPr indent="-304800" lvl="7" marL="3657600">
              <a:spcBef>
                <a:spcPts val="0"/>
              </a:spcBef>
              <a:spcAft>
                <a:spcPts val="0"/>
              </a:spcAft>
              <a:buClr>
                <a:schemeClr val="dk1"/>
              </a:buClr>
              <a:buSzPts val="1200"/>
              <a:buFont typeface="Figtree"/>
              <a:buChar char="○"/>
              <a:defRPr>
                <a:latin typeface="Figtree"/>
                <a:ea typeface="Figtree"/>
                <a:cs typeface="Figtree"/>
                <a:sym typeface="Figtree"/>
              </a:defRPr>
            </a:lvl8pPr>
            <a:lvl9pPr indent="-304800" lvl="8" marL="4114800">
              <a:spcBef>
                <a:spcPts val="0"/>
              </a:spcBef>
              <a:spcAft>
                <a:spcPts val="0"/>
              </a:spcAft>
              <a:buClr>
                <a:schemeClr val="dk1"/>
              </a:buClr>
              <a:buSzPts val="1200"/>
              <a:buFont typeface="Figtree"/>
              <a:buChar char="■"/>
              <a:defRPr>
                <a:latin typeface="Figtree"/>
                <a:ea typeface="Figtree"/>
                <a:cs typeface="Figtree"/>
                <a:sym typeface="Figtree"/>
              </a:defRPr>
            </a:lvl9pPr>
          </a:lstStyle>
          <a:p/>
        </p:txBody>
      </p:sp>
      <p:sp>
        <p:nvSpPr>
          <p:cNvPr id="193" name="Google Shape;193;p17"/>
          <p:cNvSpPr/>
          <p:nvPr>
            <p:ph idx="16" type="pic"/>
          </p:nvPr>
        </p:nvSpPr>
        <p:spPr>
          <a:xfrm>
            <a:off x="230350" y="457200"/>
            <a:ext cx="853200" cy="10311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ards">
  <p:cSld name="CUSTOM_14">
    <p:spTree>
      <p:nvGrpSpPr>
        <p:cNvPr id="194" name="Shape 194"/>
        <p:cNvGrpSpPr/>
        <p:nvPr/>
      </p:nvGrpSpPr>
      <p:grpSpPr>
        <a:xfrm>
          <a:off x="0" y="0"/>
          <a:ext cx="0" cy="0"/>
          <a:chOff x="0" y="0"/>
          <a:chExt cx="0" cy="0"/>
        </a:xfrm>
      </p:grpSpPr>
      <p:sp>
        <p:nvSpPr>
          <p:cNvPr id="195" name="Google Shape;195;p18"/>
          <p:cNvSpPr/>
          <p:nvPr/>
        </p:nvSpPr>
        <p:spPr>
          <a:xfrm rot="-2700000">
            <a:off x="1338758" y="-3230594"/>
            <a:ext cx="6464087" cy="6464087"/>
          </a:xfrm>
          <a:prstGeom prst="rtTriangle">
            <a:avLst/>
          </a:prstGeom>
          <a:gradFill>
            <a:gsLst>
              <a:gs pos="0">
                <a:schemeClr val="lt2"/>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196" name="Google Shape;196;p18"/>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p:txBody>
      </p:sp>
      <p:sp>
        <p:nvSpPr>
          <p:cNvPr id="197" name="Google Shape;197;p18"/>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p:txBody>
      </p:sp>
      <p:sp>
        <p:nvSpPr>
          <p:cNvPr id="198" name="Google Shape;198;p18"/>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99" name="Google Shape;199;p18"/>
          <p:cNvSpPr txBox="1"/>
          <p:nvPr>
            <p:ph idx="1" type="body"/>
          </p:nvPr>
        </p:nvSpPr>
        <p:spPr>
          <a:xfrm>
            <a:off x="429350" y="180150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00" name="Google Shape;200;p18"/>
          <p:cNvSpPr txBox="1"/>
          <p:nvPr>
            <p:ph idx="4" type="subTitle"/>
          </p:nvPr>
        </p:nvSpPr>
        <p:spPr>
          <a:xfrm>
            <a:off x="429350" y="128600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01" name="Google Shape;201;p18"/>
          <p:cNvSpPr txBox="1"/>
          <p:nvPr>
            <p:ph idx="5" type="body"/>
          </p:nvPr>
        </p:nvSpPr>
        <p:spPr>
          <a:xfrm>
            <a:off x="4833813" y="180150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02" name="Google Shape;202;p18"/>
          <p:cNvSpPr txBox="1"/>
          <p:nvPr>
            <p:ph idx="6" type="subTitle"/>
          </p:nvPr>
        </p:nvSpPr>
        <p:spPr>
          <a:xfrm>
            <a:off x="4833813" y="128600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03" name="Google Shape;203;p18"/>
          <p:cNvSpPr txBox="1"/>
          <p:nvPr>
            <p:ph idx="7" type="body"/>
          </p:nvPr>
        </p:nvSpPr>
        <p:spPr>
          <a:xfrm>
            <a:off x="2631588" y="236065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04" name="Google Shape;204;p18"/>
          <p:cNvSpPr txBox="1"/>
          <p:nvPr>
            <p:ph idx="8" type="subTitle"/>
          </p:nvPr>
        </p:nvSpPr>
        <p:spPr>
          <a:xfrm>
            <a:off x="2631588" y="184515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05" name="Google Shape;205;p18"/>
          <p:cNvSpPr txBox="1"/>
          <p:nvPr>
            <p:ph idx="9" type="body"/>
          </p:nvPr>
        </p:nvSpPr>
        <p:spPr>
          <a:xfrm>
            <a:off x="7036075" y="236065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06" name="Google Shape;206;p18"/>
          <p:cNvSpPr txBox="1"/>
          <p:nvPr>
            <p:ph idx="13" type="subTitle"/>
          </p:nvPr>
        </p:nvSpPr>
        <p:spPr>
          <a:xfrm>
            <a:off x="7036075" y="184515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
  <p:cSld name="CUSTOM_8_1_1_1_1_1_1_1_1_1_1_1_1_1_1_1_1_1_1_1_1_1_1_1_1_1_1_1_1_1">
    <p:spTree>
      <p:nvGrpSpPr>
        <p:cNvPr id="207" name="Shape 207"/>
        <p:cNvGrpSpPr/>
        <p:nvPr/>
      </p:nvGrpSpPr>
      <p:grpSpPr>
        <a:xfrm>
          <a:off x="0" y="0"/>
          <a:ext cx="0" cy="0"/>
          <a:chOff x="0" y="0"/>
          <a:chExt cx="0" cy="0"/>
        </a:xfrm>
      </p:grpSpPr>
      <p:sp>
        <p:nvSpPr>
          <p:cNvPr id="208" name="Google Shape;208;p19"/>
          <p:cNvSpPr/>
          <p:nvPr/>
        </p:nvSpPr>
        <p:spPr>
          <a:xfrm>
            <a:off x="0" y="0"/>
            <a:ext cx="3177300" cy="31773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09" name="Google Shape;209;p19"/>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10" name="Google Shape;210;p19"/>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11" name="Google Shape;211;p19"/>
          <p:cNvSpPr txBox="1"/>
          <p:nvPr>
            <p:ph idx="1" type="body"/>
          </p:nvPr>
        </p:nvSpPr>
        <p:spPr>
          <a:xfrm>
            <a:off x="337797" y="1044075"/>
            <a:ext cx="2839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12" name="Google Shape;212;p19"/>
          <p:cNvSpPr txBox="1"/>
          <p:nvPr>
            <p:ph idx="3" type="body"/>
          </p:nvPr>
        </p:nvSpPr>
        <p:spPr>
          <a:xfrm>
            <a:off x="5967566" y="1044075"/>
            <a:ext cx="28557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13" name="Google Shape;213;p19"/>
          <p:cNvSpPr txBox="1"/>
          <p:nvPr>
            <p:ph idx="4" type="body"/>
          </p:nvPr>
        </p:nvSpPr>
        <p:spPr>
          <a:xfrm>
            <a:off x="321474" y="3385428"/>
            <a:ext cx="2839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14" name="Google Shape;214;p19"/>
          <p:cNvSpPr txBox="1"/>
          <p:nvPr>
            <p:ph idx="5" type="body"/>
          </p:nvPr>
        </p:nvSpPr>
        <p:spPr>
          <a:xfrm>
            <a:off x="5951149" y="3385428"/>
            <a:ext cx="28557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15" name="Google Shape;215;p19"/>
          <p:cNvSpPr txBox="1"/>
          <p:nvPr>
            <p:ph idx="6" type="subTitle"/>
          </p:nvPr>
        </p:nvSpPr>
        <p:spPr>
          <a:xfrm>
            <a:off x="3505113" y="200547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16" name="Google Shape;216;p19"/>
          <p:cNvSpPr txBox="1"/>
          <p:nvPr>
            <p:ph idx="7" type="subTitle"/>
          </p:nvPr>
        </p:nvSpPr>
        <p:spPr>
          <a:xfrm>
            <a:off x="4638638" y="200547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17" name="Google Shape;217;p19"/>
          <p:cNvSpPr txBox="1"/>
          <p:nvPr>
            <p:ph idx="8" type="subTitle"/>
          </p:nvPr>
        </p:nvSpPr>
        <p:spPr>
          <a:xfrm>
            <a:off x="3505525" y="296582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18" name="Google Shape;218;p19"/>
          <p:cNvSpPr txBox="1"/>
          <p:nvPr>
            <p:ph idx="9" type="subTitle"/>
          </p:nvPr>
        </p:nvSpPr>
        <p:spPr>
          <a:xfrm>
            <a:off x="4639050" y="296582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19" name="Google Shape;219;p19"/>
          <p:cNvSpPr txBox="1"/>
          <p:nvPr>
            <p:ph idx="13" type="subTitle"/>
          </p:nvPr>
        </p:nvSpPr>
        <p:spPr>
          <a:xfrm>
            <a:off x="4319044" y="2485650"/>
            <a:ext cx="5067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20" name="Google Shape;220;p19"/>
          <p:cNvSpPr txBox="1"/>
          <p:nvPr>
            <p:ph idx="14"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 Alt 1">
  <p:cSld name="CUSTOM_8_1_1_1_1_1_1_1_1_1_1_1_1_1_1_1_1_1_1_1_1_1_1_1_1_1_1_1_1_1_1_1">
    <p:spTree>
      <p:nvGrpSpPr>
        <p:cNvPr id="221" name="Shape 221"/>
        <p:cNvGrpSpPr/>
        <p:nvPr/>
      </p:nvGrpSpPr>
      <p:grpSpPr>
        <a:xfrm>
          <a:off x="0" y="0"/>
          <a:ext cx="0" cy="0"/>
          <a:chOff x="0" y="0"/>
          <a:chExt cx="0" cy="0"/>
        </a:xfrm>
      </p:grpSpPr>
      <p:sp>
        <p:nvSpPr>
          <p:cNvPr id="222" name="Google Shape;222;p20"/>
          <p:cNvSpPr/>
          <p:nvPr/>
        </p:nvSpPr>
        <p:spPr>
          <a:xfrm flipH="1" rot="5400000">
            <a:off x="6563025" y="657900"/>
            <a:ext cx="1358100" cy="3792600"/>
          </a:xfrm>
          <a:prstGeom prst="rect">
            <a:avLst/>
          </a:prstGeom>
          <a:gradFill>
            <a:gsLst>
              <a:gs pos="0">
                <a:schemeClr val="accent4"/>
              </a:gs>
              <a:gs pos="100000">
                <a:schemeClr val="lt2"/>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223" name="Google Shape;223;p20"/>
          <p:cNvSpPr/>
          <p:nvPr/>
        </p:nvSpPr>
        <p:spPr>
          <a:xfrm rot="5400000">
            <a:off x="580600" y="1292250"/>
            <a:ext cx="1358100" cy="2523900"/>
          </a:xfrm>
          <a:prstGeom prst="rect">
            <a:avLst/>
          </a:prstGeom>
          <a:gradFill>
            <a:gsLst>
              <a:gs pos="0">
                <a:schemeClr val="accent6"/>
              </a:gs>
              <a:gs pos="100000">
                <a:schemeClr val="lt2"/>
              </a:gs>
            </a:gsLst>
            <a:lin ang="16200038"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pic>
        <p:nvPicPr>
          <p:cNvPr descr="A landscape shot of a marshland at dusk. " id="224" name="Google Shape;224;p20"/>
          <p:cNvPicPr preferRelativeResize="0"/>
          <p:nvPr/>
        </p:nvPicPr>
        <p:blipFill rotWithShape="1">
          <a:blip r:embed="rId2">
            <a:alphaModFix/>
          </a:blip>
          <a:srcRect b="14407" l="0" r="0" t="14414"/>
          <a:stretch/>
        </p:blipFill>
        <p:spPr>
          <a:xfrm>
            <a:off x="2517525" y="1875150"/>
            <a:ext cx="2822973" cy="1350004"/>
          </a:xfrm>
          <a:prstGeom prst="rect">
            <a:avLst/>
          </a:prstGeom>
          <a:noFill/>
          <a:ln>
            <a:noFill/>
          </a:ln>
        </p:spPr>
      </p:pic>
      <p:sp>
        <p:nvSpPr>
          <p:cNvPr id="225" name="Google Shape;225;p20"/>
          <p:cNvSpPr txBox="1"/>
          <p:nvPr>
            <p:ph idx="1" type="body"/>
          </p:nvPr>
        </p:nvSpPr>
        <p:spPr>
          <a:xfrm>
            <a:off x="3272950" y="25581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26" name="Google Shape;226;p20"/>
          <p:cNvSpPr txBox="1"/>
          <p:nvPr>
            <p:ph idx="2" type="body"/>
          </p:nvPr>
        </p:nvSpPr>
        <p:spPr>
          <a:xfrm>
            <a:off x="1806550" y="25581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27" name="Google Shape;227;p20"/>
          <p:cNvSpPr txBox="1"/>
          <p:nvPr>
            <p:ph idx="3" type="body"/>
          </p:nvPr>
        </p:nvSpPr>
        <p:spPr>
          <a:xfrm>
            <a:off x="335425" y="1201925"/>
            <a:ext cx="1149900" cy="5028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28" name="Google Shape;228;p20"/>
          <p:cNvSpPr txBox="1"/>
          <p:nvPr>
            <p:ph idx="4" type="body"/>
          </p:nvPr>
        </p:nvSpPr>
        <p:spPr>
          <a:xfrm>
            <a:off x="4721725" y="12297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29" name="Google Shape;229;p20"/>
          <p:cNvSpPr txBox="1"/>
          <p:nvPr>
            <p:ph idx="5" type="body"/>
          </p:nvPr>
        </p:nvSpPr>
        <p:spPr>
          <a:xfrm>
            <a:off x="6193925" y="26235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30" name="Google Shape;230;p20"/>
          <p:cNvSpPr txBox="1"/>
          <p:nvPr>
            <p:ph idx="6" type="subTitle"/>
          </p:nvPr>
        </p:nvSpPr>
        <p:spPr>
          <a:xfrm>
            <a:off x="3273038" y="32699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31" name="Google Shape;231;p20"/>
          <p:cNvSpPr txBox="1"/>
          <p:nvPr>
            <p:ph idx="7" type="subTitle"/>
          </p:nvPr>
        </p:nvSpPr>
        <p:spPr>
          <a:xfrm>
            <a:off x="1806638" y="32699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32" name="Google Shape;232;p20"/>
          <p:cNvSpPr txBox="1"/>
          <p:nvPr>
            <p:ph idx="8" type="subTitle"/>
          </p:nvPr>
        </p:nvSpPr>
        <p:spPr>
          <a:xfrm>
            <a:off x="335513" y="19137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33" name="Google Shape;233;p20"/>
          <p:cNvSpPr txBox="1"/>
          <p:nvPr>
            <p:ph idx="9" type="subTitle"/>
          </p:nvPr>
        </p:nvSpPr>
        <p:spPr>
          <a:xfrm>
            <a:off x="4721813" y="19415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34" name="Google Shape;234;p20"/>
          <p:cNvSpPr txBox="1"/>
          <p:nvPr>
            <p:ph idx="13" type="subTitle"/>
          </p:nvPr>
        </p:nvSpPr>
        <p:spPr>
          <a:xfrm>
            <a:off x="6194013" y="33353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35" name="Google Shape;235;p20"/>
          <p:cNvSpPr txBox="1"/>
          <p:nvPr>
            <p:ph idx="14" type="subTitle"/>
          </p:nvPr>
        </p:nvSpPr>
        <p:spPr>
          <a:xfrm>
            <a:off x="7658713" y="4312650"/>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36" name="Google Shape;236;p20"/>
          <p:cNvSpPr txBox="1"/>
          <p:nvPr>
            <p:ph idx="15" type="body"/>
          </p:nvPr>
        </p:nvSpPr>
        <p:spPr>
          <a:xfrm>
            <a:off x="7658625" y="3600800"/>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37" name="Google Shape;237;p20"/>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38" name="Google Shape;238;p20"/>
          <p:cNvSpPr txBox="1"/>
          <p:nvPr>
            <p:ph idx="16"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39" name="Google Shape;239;p20"/>
          <p:cNvSpPr txBox="1"/>
          <p:nvPr>
            <p:ph idx="17"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 Alt 2">
  <p:cSld name="CUSTOM_8_1_1_1_1_1_1_1_1_1_1_1_1_1_1_1_1_1_1_1_1_1_1_1_1_1_1_1_1_1_1_1_1">
    <p:spTree>
      <p:nvGrpSpPr>
        <p:cNvPr id="240" name="Shape 240"/>
        <p:cNvGrpSpPr/>
        <p:nvPr/>
      </p:nvGrpSpPr>
      <p:grpSpPr>
        <a:xfrm>
          <a:off x="0" y="0"/>
          <a:ext cx="0" cy="0"/>
          <a:chOff x="0" y="0"/>
          <a:chExt cx="0" cy="0"/>
        </a:xfrm>
      </p:grpSpPr>
      <p:sp>
        <p:nvSpPr>
          <p:cNvPr id="241" name="Google Shape;241;p21"/>
          <p:cNvSpPr/>
          <p:nvPr/>
        </p:nvSpPr>
        <p:spPr>
          <a:xfrm flipH="1">
            <a:off x="5961300" y="0"/>
            <a:ext cx="3177300" cy="31773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42" name="Google Shape;242;p21"/>
          <p:cNvSpPr/>
          <p:nvPr/>
        </p:nvSpPr>
        <p:spPr>
          <a:xfrm rot="5400000">
            <a:off x="3888975" y="-2016150"/>
            <a:ext cx="1358100" cy="9140700"/>
          </a:xfrm>
          <a:prstGeom prst="rect">
            <a:avLst/>
          </a:prstGeom>
          <a:gradFill>
            <a:gsLst>
              <a:gs pos="0">
                <a:schemeClr val="accent6"/>
              </a:gs>
              <a:gs pos="100000">
                <a:schemeClr val="lt2"/>
              </a:gs>
            </a:gsLst>
            <a:lin ang="16200038"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243" name="Google Shape;243;p21"/>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p:txBody>
      </p:sp>
      <p:sp>
        <p:nvSpPr>
          <p:cNvPr id="244" name="Google Shape;244;p21"/>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45" name="Google Shape;245;p21"/>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46" name="Google Shape;246;p21"/>
          <p:cNvSpPr txBox="1"/>
          <p:nvPr>
            <p:ph idx="1" type="subTitle"/>
          </p:nvPr>
        </p:nvSpPr>
        <p:spPr>
          <a:xfrm>
            <a:off x="486625" y="1307025"/>
            <a:ext cx="2281500" cy="2076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p:txBody>
      </p:sp>
      <p:sp>
        <p:nvSpPr>
          <p:cNvPr id="247" name="Google Shape;247;p21"/>
          <p:cNvSpPr txBox="1"/>
          <p:nvPr>
            <p:ph idx="4" type="body"/>
          </p:nvPr>
        </p:nvSpPr>
        <p:spPr>
          <a:xfrm>
            <a:off x="486650" y="1623430"/>
            <a:ext cx="2281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48" name="Google Shape;248;p21"/>
          <p:cNvSpPr txBox="1"/>
          <p:nvPr>
            <p:ph idx="5" type="subTitle"/>
          </p:nvPr>
        </p:nvSpPr>
        <p:spPr>
          <a:xfrm>
            <a:off x="3431225" y="1668075"/>
            <a:ext cx="2281500" cy="2076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p:txBody>
      </p:sp>
      <p:sp>
        <p:nvSpPr>
          <p:cNvPr id="249" name="Google Shape;249;p21"/>
          <p:cNvSpPr txBox="1"/>
          <p:nvPr>
            <p:ph idx="6" type="body"/>
          </p:nvPr>
        </p:nvSpPr>
        <p:spPr>
          <a:xfrm>
            <a:off x="3431250" y="1984480"/>
            <a:ext cx="2281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50" name="Google Shape;250;p21"/>
          <p:cNvSpPr txBox="1"/>
          <p:nvPr>
            <p:ph idx="7" type="subTitle"/>
          </p:nvPr>
        </p:nvSpPr>
        <p:spPr>
          <a:xfrm>
            <a:off x="6375825" y="1307025"/>
            <a:ext cx="2281500" cy="2076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p:txBody>
      </p:sp>
      <p:sp>
        <p:nvSpPr>
          <p:cNvPr id="251" name="Google Shape;251;p21"/>
          <p:cNvSpPr txBox="1"/>
          <p:nvPr>
            <p:ph idx="8" type="body"/>
          </p:nvPr>
        </p:nvSpPr>
        <p:spPr>
          <a:xfrm>
            <a:off x="6375850" y="1623430"/>
            <a:ext cx="2281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display - Alt 1">
  <p:cSld name="CUSTOM_8_1_1_1_1_1_1_1_1_1_1_1_1_1_1_1_1_1_1_1_1_1_1_1_1_1_1_1_1_1_1_1_1_1">
    <p:spTree>
      <p:nvGrpSpPr>
        <p:cNvPr id="252" name="Shape 252"/>
        <p:cNvGrpSpPr/>
        <p:nvPr/>
      </p:nvGrpSpPr>
      <p:grpSpPr>
        <a:xfrm>
          <a:off x="0" y="0"/>
          <a:ext cx="0" cy="0"/>
          <a:chOff x="0" y="0"/>
          <a:chExt cx="0" cy="0"/>
        </a:xfrm>
      </p:grpSpPr>
      <p:sp>
        <p:nvSpPr>
          <p:cNvPr id="253" name="Google Shape;253;p22"/>
          <p:cNvSpPr/>
          <p:nvPr/>
        </p:nvSpPr>
        <p:spPr>
          <a:xfrm>
            <a:off x="7529650" y="250"/>
            <a:ext cx="16149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54" name="Google Shape;254;p22"/>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55" name="Google Shape;255;p22"/>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56" name="Google Shape;256;p22"/>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57" name="Google Shape;257;p22"/>
          <p:cNvSpPr txBox="1"/>
          <p:nvPr>
            <p:ph idx="1" type="body"/>
          </p:nvPr>
        </p:nvSpPr>
        <p:spPr>
          <a:xfrm>
            <a:off x="230075" y="990150"/>
            <a:ext cx="3612900" cy="353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58" name="Google Shape;258;p22"/>
          <p:cNvSpPr txBox="1"/>
          <p:nvPr>
            <p:ph idx="4" type="subTitle"/>
          </p:nvPr>
        </p:nvSpPr>
        <p:spPr>
          <a:xfrm>
            <a:off x="228600" y="4156375"/>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259" name="Google Shape;259;p22"/>
          <p:cNvSpPr txBox="1"/>
          <p:nvPr>
            <p:ph idx="5" type="subTitle"/>
          </p:nvPr>
        </p:nvSpPr>
        <p:spPr>
          <a:xfrm>
            <a:off x="230075" y="3582936"/>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260" name="Google Shape;260;p22"/>
          <p:cNvSpPr txBox="1"/>
          <p:nvPr>
            <p:ph idx="6" type="subTitle"/>
          </p:nvPr>
        </p:nvSpPr>
        <p:spPr>
          <a:xfrm>
            <a:off x="1983338" y="4156375"/>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261" name="Google Shape;261;p22"/>
          <p:cNvSpPr txBox="1"/>
          <p:nvPr>
            <p:ph idx="7" type="subTitle"/>
          </p:nvPr>
        </p:nvSpPr>
        <p:spPr>
          <a:xfrm>
            <a:off x="1984813" y="3582936"/>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262" name="Google Shape;262;p22"/>
          <p:cNvSpPr txBox="1"/>
          <p:nvPr>
            <p:ph idx="8" type="subTitle"/>
          </p:nvPr>
        </p:nvSpPr>
        <p:spPr>
          <a:xfrm>
            <a:off x="3739563" y="4156375"/>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263" name="Google Shape;263;p22"/>
          <p:cNvSpPr txBox="1"/>
          <p:nvPr>
            <p:ph idx="9" type="subTitle"/>
          </p:nvPr>
        </p:nvSpPr>
        <p:spPr>
          <a:xfrm>
            <a:off x="3741038" y="3582936"/>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264" name="Google Shape;264;p22"/>
          <p:cNvSpPr txBox="1"/>
          <p:nvPr>
            <p:ph idx="13" type="subTitle"/>
          </p:nvPr>
        </p:nvSpPr>
        <p:spPr>
          <a:xfrm>
            <a:off x="228600" y="3211175"/>
            <a:ext cx="3130200" cy="303900"/>
          </a:xfrm>
          <a:prstGeom prst="rect">
            <a:avLst/>
          </a:prstGeom>
        </p:spPr>
        <p:txBody>
          <a:bodyPr anchorCtr="0" anchor="ctr" bIns="0" lIns="0" spcFirstLastPara="1" rIns="0" wrap="square" tIns="0">
            <a:noAutofit/>
          </a:bodyPr>
          <a:lstStyle>
            <a:lvl1pPr lvl="0">
              <a:spcBef>
                <a:spcPts val="0"/>
              </a:spcBef>
              <a:spcAft>
                <a:spcPts val="0"/>
              </a:spcAft>
              <a:buNone/>
              <a:defRPr sz="1600"/>
            </a:lvl1pPr>
            <a:lvl2pPr lvl="1">
              <a:spcBef>
                <a:spcPts val="0"/>
              </a:spcBef>
              <a:spcAft>
                <a:spcPts val="0"/>
              </a:spcAft>
              <a:buNone/>
              <a:defRPr sz="1600"/>
            </a:lvl2pPr>
            <a:lvl3pPr lvl="2">
              <a:spcBef>
                <a:spcPts val="0"/>
              </a:spcBef>
              <a:spcAft>
                <a:spcPts val="0"/>
              </a:spcAft>
              <a:buNone/>
              <a:defRPr sz="1600"/>
            </a:lvl3pPr>
            <a:lvl4pPr lvl="3">
              <a:spcBef>
                <a:spcPts val="0"/>
              </a:spcBef>
              <a:spcAft>
                <a:spcPts val="0"/>
              </a:spcAft>
              <a:buNone/>
              <a:defRPr sz="1600"/>
            </a:lvl4pPr>
            <a:lvl5pPr lvl="4">
              <a:spcBef>
                <a:spcPts val="0"/>
              </a:spcBef>
              <a:spcAft>
                <a:spcPts val="0"/>
              </a:spcAft>
              <a:buNone/>
              <a:defRPr sz="1600"/>
            </a:lvl5pPr>
            <a:lvl6pPr lvl="5">
              <a:spcBef>
                <a:spcPts val="0"/>
              </a:spcBef>
              <a:spcAft>
                <a:spcPts val="0"/>
              </a:spcAft>
              <a:buNone/>
              <a:defRPr sz="1600"/>
            </a:lvl6pPr>
            <a:lvl7pPr lvl="6">
              <a:spcBef>
                <a:spcPts val="0"/>
              </a:spcBef>
              <a:spcAft>
                <a:spcPts val="0"/>
              </a:spcAft>
              <a:buNone/>
              <a:defRPr sz="1600"/>
            </a:lvl7pPr>
            <a:lvl8pPr lvl="7">
              <a:spcBef>
                <a:spcPts val="0"/>
              </a:spcBef>
              <a:spcAft>
                <a:spcPts val="0"/>
              </a:spcAft>
              <a:buNone/>
              <a:defRPr sz="1600"/>
            </a:lvl8pPr>
            <a:lvl9pPr lvl="8">
              <a:spcBef>
                <a:spcPts val="0"/>
              </a:spcBef>
              <a:spcAft>
                <a:spcPts val="0"/>
              </a:spcAft>
              <a:buNone/>
              <a:defRPr sz="1600"/>
            </a:lvl9pPr>
          </a:lstStyle>
          <a:p/>
        </p:txBody>
      </p:sp>
      <p:sp>
        <p:nvSpPr>
          <p:cNvPr id="265" name="Google Shape;265;p22"/>
          <p:cNvSpPr txBox="1"/>
          <p:nvPr>
            <p:ph idx="14" type="subTitle"/>
          </p:nvPr>
        </p:nvSpPr>
        <p:spPr>
          <a:xfrm>
            <a:off x="228600" y="2663863"/>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266" name="Google Shape;266;p22"/>
          <p:cNvSpPr txBox="1"/>
          <p:nvPr>
            <p:ph idx="15" type="subTitle"/>
          </p:nvPr>
        </p:nvSpPr>
        <p:spPr>
          <a:xfrm>
            <a:off x="230075" y="2090424"/>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267" name="Google Shape;267;p22"/>
          <p:cNvSpPr txBox="1"/>
          <p:nvPr>
            <p:ph idx="16" type="subTitle"/>
          </p:nvPr>
        </p:nvSpPr>
        <p:spPr>
          <a:xfrm>
            <a:off x="1983338" y="2663863"/>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268" name="Google Shape;268;p22"/>
          <p:cNvSpPr txBox="1"/>
          <p:nvPr>
            <p:ph idx="17" type="subTitle"/>
          </p:nvPr>
        </p:nvSpPr>
        <p:spPr>
          <a:xfrm>
            <a:off x="1984813" y="2090424"/>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269" name="Google Shape;269;p22"/>
          <p:cNvSpPr txBox="1"/>
          <p:nvPr>
            <p:ph idx="18" type="subTitle"/>
          </p:nvPr>
        </p:nvSpPr>
        <p:spPr>
          <a:xfrm>
            <a:off x="3739563" y="2663863"/>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270" name="Google Shape;270;p22"/>
          <p:cNvSpPr txBox="1"/>
          <p:nvPr>
            <p:ph idx="19" type="subTitle"/>
          </p:nvPr>
        </p:nvSpPr>
        <p:spPr>
          <a:xfrm>
            <a:off x="3741038" y="2090424"/>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271" name="Google Shape;271;p22"/>
          <p:cNvSpPr txBox="1"/>
          <p:nvPr>
            <p:ph idx="20" type="subTitle"/>
          </p:nvPr>
        </p:nvSpPr>
        <p:spPr>
          <a:xfrm>
            <a:off x="228600" y="1718663"/>
            <a:ext cx="3130200" cy="303900"/>
          </a:xfrm>
          <a:prstGeom prst="rect">
            <a:avLst/>
          </a:prstGeom>
        </p:spPr>
        <p:txBody>
          <a:bodyPr anchorCtr="0" anchor="ctr" bIns="0" lIns="0" spcFirstLastPara="1" rIns="0" wrap="square" tIns="0">
            <a:noAutofit/>
          </a:bodyPr>
          <a:lstStyle>
            <a:lvl1pPr lvl="0">
              <a:spcBef>
                <a:spcPts val="0"/>
              </a:spcBef>
              <a:spcAft>
                <a:spcPts val="0"/>
              </a:spcAft>
              <a:buNone/>
              <a:defRPr sz="1600"/>
            </a:lvl1pPr>
            <a:lvl2pPr lvl="1">
              <a:spcBef>
                <a:spcPts val="0"/>
              </a:spcBef>
              <a:spcAft>
                <a:spcPts val="0"/>
              </a:spcAft>
              <a:buNone/>
              <a:defRPr sz="1600"/>
            </a:lvl2pPr>
            <a:lvl3pPr lvl="2">
              <a:spcBef>
                <a:spcPts val="0"/>
              </a:spcBef>
              <a:spcAft>
                <a:spcPts val="0"/>
              </a:spcAft>
              <a:buNone/>
              <a:defRPr sz="1600"/>
            </a:lvl3pPr>
            <a:lvl4pPr lvl="3">
              <a:spcBef>
                <a:spcPts val="0"/>
              </a:spcBef>
              <a:spcAft>
                <a:spcPts val="0"/>
              </a:spcAft>
              <a:buNone/>
              <a:defRPr sz="1600"/>
            </a:lvl4pPr>
            <a:lvl5pPr lvl="4">
              <a:spcBef>
                <a:spcPts val="0"/>
              </a:spcBef>
              <a:spcAft>
                <a:spcPts val="0"/>
              </a:spcAft>
              <a:buNone/>
              <a:defRPr sz="1600"/>
            </a:lvl5pPr>
            <a:lvl6pPr lvl="5">
              <a:spcBef>
                <a:spcPts val="0"/>
              </a:spcBef>
              <a:spcAft>
                <a:spcPts val="0"/>
              </a:spcAft>
              <a:buNone/>
              <a:defRPr sz="1600"/>
            </a:lvl6pPr>
            <a:lvl7pPr lvl="6">
              <a:spcBef>
                <a:spcPts val="0"/>
              </a:spcBef>
              <a:spcAft>
                <a:spcPts val="0"/>
              </a:spcAft>
              <a:buNone/>
              <a:defRPr sz="1600"/>
            </a:lvl7pPr>
            <a:lvl8pPr lvl="7">
              <a:spcBef>
                <a:spcPts val="0"/>
              </a:spcBef>
              <a:spcAft>
                <a:spcPts val="0"/>
              </a:spcAft>
              <a:buNone/>
              <a:defRPr sz="1600"/>
            </a:lvl8pPr>
            <a:lvl9pPr lvl="8">
              <a:spcBef>
                <a:spcPts val="0"/>
              </a:spcBef>
              <a:spcAft>
                <a:spcPts val="0"/>
              </a:spcAft>
              <a:buNone/>
              <a:defRPr sz="16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 Alt 1">
  <p:cSld name="CUSTOM_8_1_1_1_1_1_1_1_1_1_1_1_1_1_1_1_1_1_1_1_1_1_1_1_1_1_1_1_1_1_1_1_1_1_1_1">
    <p:spTree>
      <p:nvGrpSpPr>
        <p:cNvPr id="272" name="Shape 272"/>
        <p:cNvGrpSpPr/>
        <p:nvPr/>
      </p:nvGrpSpPr>
      <p:grpSpPr>
        <a:xfrm>
          <a:off x="0" y="0"/>
          <a:ext cx="0" cy="0"/>
          <a:chOff x="0" y="0"/>
          <a:chExt cx="0" cy="0"/>
        </a:xfrm>
      </p:grpSpPr>
      <p:sp>
        <p:nvSpPr>
          <p:cNvPr id="273" name="Google Shape;273;p23"/>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74" name="Google Shape;274;p23"/>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75" name="Google Shape;275;p23"/>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76" name="Google Shape;276;p23"/>
          <p:cNvSpPr txBox="1"/>
          <p:nvPr>
            <p:ph idx="1" type="subTitle"/>
          </p:nvPr>
        </p:nvSpPr>
        <p:spPr>
          <a:xfrm>
            <a:off x="228600" y="792994"/>
            <a:ext cx="3130200" cy="172200"/>
          </a:xfrm>
          <a:prstGeom prst="rect">
            <a:avLst/>
          </a:prstGeom>
        </p:spPr>
        <p:txBody>
          <a:bodyPr anchorCtr="0" anchor="t"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277" name="Google Shape;277;p23"/>
          <p:cNvSpPr txBox="1"/>
          <p:nvPr>
            <p:ph idx="4" type="subTitle"/>
          </p:nvPr>
        </p:nvSpPr>
        <p:spPr>
          <a:xfrm>
            <a:off x="419070"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78" name="Google Shape;278;p23"/>
          <p:cNvSpPr txBox="1"/>
          <p:nvPr>
            <p:ph idx="5" type="subTitle"/>
          </p:nvPr>
        </p:nvSpPr>
        <p:spPr>
          <a:xfrm>
            <a:off x="419075"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279" name="Google Shape;279;p23"/>
          <p:cNvSpPr txBox="1"/>
          <p:nvPr>
            <p:ph idx="6" type="subTitle"/>
          </p:nvPr>
        </p:nvSpPr>
        <p:spPr>
          <a:xfrm>
            <a:off x="419076"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280" name="Google Shape;280;p23"/>
          <p:cNvSpPr txBox="1"/>
          <p:nvPr>
            <p:ph idx="7" type="subTitle"/>
          </p:nvPr>
        </p:nvSpPr>
        <p:spPr>
          <a:xfrm>
            <a:off x="2624407"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81" name="Google Shape;281;p23"/>
          <p:cNvSpPr txBox="1"/>
          <p:nvPr>
            <p:ph idx="8" type="subTitle"/>
          </p:nvPr>
        </p:nvSpPr>
        <p:spPr>
          <a:xfrm>
            <a:off x="2624413"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282" name="Google Shape;282;p23"/>
          <p:cNvSpPr txBox="1"/>
          <p:nvPr>
            <p:ph idx="9" type="subTitle"/>
          </p:nvPr>
        </p:nvSpPr>
        <p:spPr>
          <a:xfrm>
            <a:off x="2624413"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283" name="Google Shape;283;p23"/>
          <p:cNvSpPr txBox="1"/>
          <p:nvPr>
            <p:ph idx="13" type="subTitle"/>
          </p:nvPr>
        </p:nvSpPr>
        <p:spPr>
          <a:xfrm>
            <a:off x="4815495"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84" name="Google Shape;284;p23"/>
          <p:cNvSpPr txBox="1"/>
          <p:nvPr>
            <p:ph idx="14" type="subTitle"/>
          </p:nvPr>
        </p:nvSpPr>
        <p:spPr>
          <a:xfrm>
            <a:off x="4815500"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285" name="Google Shape;285;p23"/>
          <p:cNvSpPr txBox="1"/>
          <p:nvPr>
            <p:ph idx="15" type="subTitle"/>
          </p:nvPr>
        </p:nvSpPr>
        <p:spPr>
          <a:xfrm>
            <a:off x="4815501"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286" name="Google Shape;286;p23"/>
          <p:cNvSpPr txBox="1"/>
          <p:nvPr>
            <p:ph idx="16" type="subTitle"/>
          </p:nvPr>
        </p:nvSpPr>
        <p:spPr>
          <a:xfrm>
            <a:off x="7006607"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87" name="Google Shape;287;p23"/>
          <p:cNvSpPr txBox="1"/>
          <p:nvPr>
            <p:ph idx="17" type="subTitle"/>
          </p:nvPr>
        </p:nvSpPr>
        <p:spPr>
          <a:xfrm>
            <a:off x="7006613"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288" name="Google Shape;288;p23"/>
          <p:cNvSpPr txBox="1"/>
          <p:nvPr>
            <p:ph idx="18" type="subTitle"/>
          </p:nvPr>
        </p:nvSpPr>
        <p:spPr>
          <a:xfrm>
            <a:off x="7006613"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display 2">
  <p:cSld name="CUSTOM_8_1_1_1_1_1_1_1_1_1_1_1_1_1_1_1_1_1_1_1_1_1_1_1_1_1_1_1_1_1_1_1_1_1_1_2">
    <p:spTree>
      <p:nvGrpSpPr>
        <p:cNvPr id="289" name="Shape 289"/>
        <p:cNvGrpSpPr/>
        <p:nvPr/>
      </p:nvGrpSpPr>
      <p:grpSpPr>
        <a:xfrm>
          <a:off x="0" y="0"/>
          <a:ext cx="0" cy="0"/>
          <a:chOff x="0" y="0"/>
          <a:chExt cx="0" cy="0"/>
        </a:xfrm>
      </p:grpSpPr>
      <p:sp>
        <p:nvSpPr>
          <p:cNvPr id="290" name="Google Shape;290;p24"/>
          <p:cNvSpPr/>
          <p:nvPr/>
        </p:nvSpPr>
        <p:spPr>
          <a:xfrm rot="-5400000">
            <a:off x="0" y="816600"/>
            <a:ext cx="4326900" cy="432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91" name="Google Shape;291;p24"/>
          <p:cNvSpPr/>
          <p:nvPr/>
        </p:nvSpPr>
        <p:spPr>
          <a:xfrm rot="5400000">
            <a:off x="4817100" y="0"/>
            <a:ext cx="4326900" cy="43269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92" name="Google Shape;292;p24"/>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93" name="Google Shape;293;p24"/>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94" name="Google Shape;294;p24"/>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95" name="Google Shape;295;p24"/>
          <p:cNvSpPr txBox="1"/>
          <p:nvPr>
            <p:ph idx="1" type="subTitle"/>
          </p:nvPr>
        </p:nvSpPr>
        <p:spPr>
          <a:xfrm>
            <a:off x="3238050" y="1804700"/>
            <a:ext cx="26679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p:txBody>
      </p:sp>
      <p:sp>
        <p:nvSpPr>
          <p:cNvPr id="296" name="Google Shape;296;p24"/>
          <p:cNvSpPr txBox="1"/>
          <p:nvPr>
            <p:ph idx="4" type="subTitle"/>
          </p:nvPr>
        </p:nvSpPr>
        <p:spPr>
          <a:xfrm>
            <a:off x="4056600" y="2688550"/>
            <a:ext cx="11247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p:txBody>
      </p:sp>
      <p:sp>
        <p:nvSpPr>
          <p:cNvPr id="297" name="Google Shape;297;p24"/>
          <p:cNvSpPr txBox="1"/>
          <p:nvPr>
            <p:ph idx="5" type="subTitle"/>
          </p:nvPr>
        </p:nvSpPr>
        <p:spPr>
          <a:xfrm>
            <a:off x="3457950" y="2233425"/>
            <a:ext cx="22281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p:txBody>
      </p:sp>
      <p:sp>
        <p:nvSpPr>
          <p:cNvPr id="298" name="Google Shape;298;p24"/>
          <p:cNvSpPr txBox="1"/>
          <p:nvPr>
            <p:ph idx="6" type="subTitle"/>
          </p:nvPr>
        </p:nvSpPr>
        <p:spPr>
          <a:xfrm>
            <a:off x="803225" y="1817900"/>
            <a:ext cx="26679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p:txBody>
      </p:sp>
      <p:sp>
        <p:nvSpPr>
          <p:cNvPr id="299" name="Google Shape;299;p24"/>
          <p:cNvSpPr txBox="1"/>
          <p:nvPr>
            <p:ph idx="7" type="subTitle"/>
          </p:nvPr>
        </p:nvSpPr>
        <p:spPr>
          <a:xfrm>
            <a:off x="1621775" y="2701750"/>
            <a:ext cx="11247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p:txBody>
      </p:sp>
      <p:sp>
        <p:nvSpPr>
          <p:cNvPr id="300" name="Google Shape;300;p24"/>
          <p:cNvSpPr txBox="1"/>
          <p:nvPr>
            <p:ph idx="8" type="subTitle"/>
          </p:nvPr>
        </p:nvSpPr>
        <p:spPr>
          <a:xfrm>
            <a:off x="1023125" y="2246625"/>
            <a:ext cx="22281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p:txBody>
      </p:sp>
      <p:sp>
        <p:nvSpPr>
          <p:cNvPr id="301" name="Google Shape;301;p24"/>
          <p:cNvSpPr txBox="1"/>
          <p:nvPr>
            <p:ph idx="9" type="subTitle"/>
          </p:nvPr>
        </p:nvSpPr>
        <p:spPr>
          <a:xfrm>
            <a:off x="5672875" y="1804700"/>
            <a:ext cx="26679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p:txBody>
      </p:sp>
      <p:sp>
        <p:nvSpPr>
          <p:cNvPr id="302" name="Google Shape;302;p24"/>
          <p:cNvSpPr txBox="1"/>
          <p:nvPr>
            <p:ph idx="13" type="subTitle"/>
          </p:nvPr>
        </p:nvSpPr>
        <p:spPr>
          <a:xfrm>
            <a:off x="6491425" y="2688550"/>
            <a:ext cx="11247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p:txBody>
      </p:sp>
      <p:sp>
        <p:nvSpPr>
          <p:cNvPr id="303" name="Google Shape;303;p24"/>
          <p:cNvSpPr txBox="1"/>
          <p:nvPr>
            <p:ph idx="14" type="subTitle"/>
          </p:nvPr>
        </p:nvSpPr>
        <p:spPr>
          <a:xfrm>
            <a:off x="5892775" y="2233425"/>
            <a:ext cx="22281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2">
  <p:cSld name="CUSTOM_8_1_1_1_1_1_1_1_1_1_1_1_1_1_1_1_1_1_1_1_1_1_1_1_1_1_1_1_1_1_1_1_1_1_1_1_1_1">
    <p:spTree>
      <p:nvGrpSpPr>
        <p:cNvPr id="304" name="Shape 304"/>
        <p:cNvGrpSpPr/>
        <p:nvPr/>
      </p:nvGrpSpPr>
      <p:grpSpPr>
        <a:xfrm>
          <a:off x="0" y="0"/>
          <a:ext cx="0" cy="0"/>
          <a:chOff x="0" y="0"/>
          <a:chExt cx="0" cy="0"/>
        </a:xfrm>
      </p:grpSpPr>
      <p:sp>
        <p:nvSpPr>
          <p:cNvPr id="305" name="Google Shape;305;p25"/>
          <p:cNvSpPr/>
          <p:nvPr/>
        </p:nvSpPr>
        <p:spPr>
          <a:xfrm rot="5400000">
            <a:off x="5473500" y="0"/>
            <a:ext cx="3670500" cy="36705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06" name="Google Shape;306;p25"/>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07" name="Google Shape;307;p25"/>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08" name="Google Shape;308;p25"/>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SzPts val="2000"/>
              <a:buFont typeface="Figtree"/>
              <a:buNone/>
              <a:defRPr sz="2000">
                <a:latin typeface="Figtree"/>
                <a:ea typeface="Figtree"/>
                <a:cs typeface="Figtree"/>
                <a:sym typeface="Figtree"/>
              </a:defRPr>
            </a:lvl2pPr>
            <a:lvl3pPr lvl="2">
              <a:spcBef>
                <a:spcPts val="0"/>
              </a:spcBef>
              <a:spcAft>
                <a:spcPts val="0"/>
              </a:spcAft>
              <a:buSzPts val="2000"/>
              <a:buFont typeface="Figtree"/>
              <a:buNone/>
              <a:defRPr sz="2000">
                <a:latin typeface="Figtree"/>
                <a:ea typeface="Figtree"/>
                <a:cs typeface="Figtree"/>
                <a:sym typeface="Figtree"/>
              </a:defRPr>
            </a:lvl3pPr>
            <a:lvl4pPr lvl="3">
              <a:spcBef>
                <a:spcPts val="0"/>
              </a:spcBef>
              <a:spcAft>
                <a:spcPts val="0"/>
              </a:spcAft>
              <a:buSzPts val="2000"/>
              <a:buFont typeface="Figtree"/>
              <a:buNone/>
              <a:defRPr sz="2000">
                <a:latin typeface="Figtree"/>
                <a:ea typeface="Figtree"/>
                <a:cs typeface="Figtree"/>
                <a:sym typeface="Figtree"/>
              </a:defRPr>
            </a:lvl4pPr>
            <a:lvl5pPr lvl="4">
              <a:spcBef>
                <a:spcPts val="0"/>
              </a:spcBef>
              <a:spcAft>
                <a:spcPts val="0"/>
              </a:spcAft>
              <a:buSzPts val="2000"/>
              <a:buFont typeface="Figtree"/>
              <a:buNone/>
              <a:defRPr sz="2000">
                <a:latin typeface="Figtree"/>
                <a:ea typeface="Figtree"/>
                <a:cs typeface="Figtree"/>
                <a:sym typeface="Figtree"/>
              </a:defRPr>
            </a:lvl5pPr>
            <a:lvl6pPr lvl="5">
              <a:spcBef>
                <a:spcPts val="0"/>
              </a:spcBef>
              <a:spcAft>
                <a:spcPts val="0"/>
              </a:spcAft>
              <a:buSzPts val="2000"/>
              <a:buFont typeface="Figtree"/>
              <a:buNone/>
              <a:defRPr sz="2000">
                <a:latin typeface="Figtree"/>
                <a:ea typeface="Figtree"/>
                <a:cs typeface="Figtree"/>
                <a:sym typeface="Figtree"/>
              </a:defRPr>
            </a:lvl6pPr>
            <a:lvl7pPr lvl="6">
              <a:spcBef>
                <a:spcPts val="0"/>
              </a:spcBef>
              <a:spcAft>
                <a:spcPts val="0"/>
              </a:spcAft>
              <a:buSzPts val="2000"/>
              <a:buFont typeface="Figtree"/>
              <a:buNone/>
              <a:defRPr sz="2000">
                <a:latin typeface="Figtree"/>
                <a:ea typeface="Figtree"/>
                <a:cs typeface="Figtree"/>
                <a:sym typeface="Figtree"/>
              </a:defRPr>
            </a:lvl7pPr>
            <a:lvl8pPr lvl="7">
              <a:spcBef>
                <a:spcPts val="0"/>
              </a:spcBef>
              <a:spcAft>
                <a:spcPts val="0"/>
              </a:spcAft>
              <a:buSzPts val="2000"/>
              <a:buFont typeface="Figtree"/>
              <a:buNone/>
              <a:defRPr sz="2000">
                <a:latin typeface="Figtree"/>
                <a:ea typeface="Figtree"/>
                <a:cs typeface="Figtree"/>
                <a:sym typeface="Figtree"/>
              </a:defRPr>
            </a:lvl8pPr>
            <a:lvl9pPr lvl="8">
              <a:spcBef>
                <a:spcPts val="0"/>
              </a:spcBef>
              <a:spcAft>
                <a:spcPts val="0"/>
              </a:spcAft>
              <a:buSzPts val="2000"/>
              <a:buFont typeface="Figtree"/>
              <a:buNone/>
              <a:defRPr sz="2000">
                <a:latin typeface="Figtree"/>
                <a:ea typeface="Figtree"/>
                <a:cs typeface="Figtree"/>
                <a:sym typeface="Figtree"/>
              </a:defRPr>
            </a:lvl9pPr>
          </a:lstStyle>
          <a:p/>
        </p:txBody>
      </p:sp>
      <p:sp>
        <p:nvSpPr>
          <p:cNvPr id="309" name="Google Shape;309;p25"/>
          <p:cNvSpPr txBox="1"/>
          <p:nvPr>
            <p:ph idx="1" type="subTitle"/>
          </p:nvPr>
        </p:nvSpPr>
        <p:spPr>
          <a:xfrm>
            <a:off x="228600" y="792994"/>
            <a:ext cx="3130200" cy="172200"/>
          </a:xfrm>
          <a:prstGeom prst="rect">
            <a:avLst/>
          </a:prstGeom>
        </p:spPr>
        <p:txBody>
          <a:bodyPr anchorCtr="0" anchor="t"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310" name="Google Shape;310;p25"/>
          <p:cNvSpPr txBox="1"/>
          <p:nvPr>
            <p:ph idx="4" type="title"/>
          </p:nvPr>
        </p:nvSpPr>
        <p:spPr>
          <a:xfrm>
            <a:off x="91525"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11" name="Google Shape;311;p25"/>
          <p:cNvSpPr txBox="1"/>
          <p:nvPr>
            <p:ph idx="5" type="title"/>
          </p:nvPr>
        </p:nvSpPr>
        <p:spPr>
          <a:xfrm>
            <a:off x="2849500"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12" name="Google Shape;312;p25"/>
          <p:cNvSpPr txBox="1"/>
          <p:nvPr>
            <p:ph idx="6" type="title"/>
          </p:nvPr>
        </p:nvSpPr>
        <p:spPr>
          <a:xfrm>
            <a:off x="4298950"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13" name="Google Shape;313;p25"/>
          <p:cNvSpPr txBox="1"/>
          <p:nvPr>
            <p:ph idx="7" type="title"/>
          </p:nvPr>
        </p:nvSpPr>
        <p:spPr>
          <a:xfrm>
            <a:off x="7298500"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14" name="Google Shape;314;p25"/>
          <p:cNvSpPr txBox="1"/>
          <p:nvPr>
            <p:ph idx="8" type="subTitle"/>
          </p:nvPr>
        </p:nvSpPr>
        <p:spPr>
          <a:xfrm>
            <a:off x="442900" y="3172725"/>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15" name="Google Shape;315;p25"/>
          <p:cNvSpPr txBox="1"/>
          <p:nvPr>
            <p:ph idx="9" type="subTitle"/>
          </p:nvPr>
        </p:nvSpPr>
        <p:spPr>
          <a:xfrm>
            <a:off x="442900" y="3418396"/>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16" name="Google Shape;316;p25"/>
          <p:cNvSpPr txBox="1"/>
          <p:nvPr>
            <p:ph idx="13" type="body"/>
          </p:nvPr>
        </p:nvSpPr>
        <p:spPr>
          <a:xfrm>
            <a:off x="442898" y="3850550"/>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317" name="Google Shape;317;p25"/>
          <p:cNvSpPr txBox="1"/>
          <p:nvPr>
            <p:ph idx="14" type="subTitle"/>
          </p:nvPr>
        </p:nvSpPr>
        <p:spPr>
          <a:xfrm>
            <a:off x="3201413" y="3173750"/>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18" name="Google Shape;318;p25"/>
          <p:cNvSpPr txBox="1"/>
          <p:nvPr>
            <p:ph idx="15" type="subTitle"/>
          </p:nvPr>
        </p:nvSpPr>
        <p:spPr>
          <a:xfrm>
            <a:off x="3201413" y="3419421"/>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19" name="Google Shape;319;p25"/>
          <p:cNvSpPr txBox="1"/>
          <p:nvPr>
            <p:ph idx="16" type="body"/>
          </p:nvPr>
        </p:nvSpPr>
        <p:spPr>
          <a:xfrm>
            <a:off x="3201411" y="3851575"/>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320" name="Google Shape;320;p25"/>
          <p:cNvSpPr txBox="1"/>
          <p:nvPr>
            <p:ph idx="17" type="subTitle"/>
          </p:nvPr>
        </p:nvSpPr>
        <p:spPr>
          <a:xfrm>
            <a:off x="4652727" y="3173750"/>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21" name="Google Shape;321;p25"/>
          <p:cNvSpPr txBox="1"/>
          <p:nvPr>
            <p:ph idx="18" type="subTitle"/>
          </p:nvPr>
        </p:nvSpPr>
        <p:spPr>
          <a:xfrm>
            <a:off x="4652727" y="3419421"/>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22" name="Google Shape;322;p25"/>
          <p:cNvSpPr txBox="1"/>
          <p:nvPr>
            <p:ph idx="19" type="body"/>
          </p:nvPr>
        </p:nvSpPr>
        <p:spPr>
          <a:xfrm>
            <a:off x="4652725" y="3851575"/>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323" name="Google Shape;323;p25"/>
          <p:cNvSpPr txBox="1"/>
          <p:nvPr>
            <p:ph idx="20" type="subTitle"/>
          </p:nvPr>
        </p:nvSpPr>
        <p:spPr>
          <a:xfrm>
            <a:off x="7646687" y="3172725"/>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24" name="Google Shape;324;p25"/>
          <p:cNvSpPr txBox="1"/>
          <p:nvPr>
            <p:ph idx="21" type="subTitle"/>
          </p:nvPr>
        </p:nvSpPr>
        <p:spPr>
          <a:xfrm>
            <a:off x="7646687" y="3418396"/>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25" name="Google Shape;325;p25"/>
          <p:cNvSpPr txBox="1"/>
          <p:nvPr>
            <p:ph idx="22" type="body"/>
          </p:nvPr>
        </p:nvSpPr>
        <p:spPr>
          <a:xfrm>
            <a:off x="7646686" y="3850550"/>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Alt 2">
  <p:cSld name="CUSTOM_8_1_1_1_1_1_1_1_1_1_1_1_1_1_1_1_1_1_1_1_1_1_1_1_1_1_1_1_1_1_1_2_1">
    <p:spTree>
      <p:nvGrpSpPr>
        <p:cNvPr id="326" name="Shape 326"/>
        <p:cNvGrpSpPr/>
        <p:nvPr/>
      </p:nvGrpSpPr>
      <p:grpSpPr>
        <a:xfrm>
          <a:off x="0" y="0"/>
          <a:ext cx="0" cy="0"/>
          <a:chOff x="0" y="0"/>
          <a:chExt cx="0" cy="0"/>
        </a:xfrm>
      </p:grpSpPr>
      <p:sp>
        <p:nvSpPr>
          <p:cNvPr id="327" name="Google Shape;327;p26"/>
          <p:cNvSpPr/>
          <p:nvPr/>
        </p:nvSpPr>
        <p:spPr>
          <a:xfrm rot="-5400000">
            <a:off x="0" y="816600"/>
            <a:ext cx="4326900" cy="432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28" name="Google Shape;328;p26"/>
          <p:cNvSpPr/>
          <p:nvPr/>
        </p:nvSpPr>
        <p:spPr>
          <a:xfrm rot="5400000">
            <a:off x="4817100" y="0"/>
            <a:ext cx="4326900" cy="43269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29" name="Google Shape;329;p26"/>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30" name="Google Shape;330;p26"/>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31" name="Google Shape;331;p26"/>
          <p:cNvSpPr/>
          <p:nvPr/>
        </p:nvSpPr>
        <p:spPr>
          <a:xfrm>
            <a:off x="228650" y="457200"/>
            <a:ext cx="8686800" cy="4226400"/>
          </a:xfrm>
          <a:prstGeom prst="roundRect">
            <a:avLst>
              <a:gd fmla="val 6822"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igtree"/>
                <a:ea typeface="Figtree"/>
                <a:cs typeface="Figtree"/>
                <a:sym typeface="Figtree"/>
              </a:rPr>
              <a:t>v</a:t>
            </a:r>
            <a:endParaRPr>
              <a:solidFill>
                <a:schemeClr val="lt1"/>
              </a:solidFill>
              <a:latin typeface="Figtree"/>
              <a:ea typeface="Figtree"/>
              <a:cs typeface="Figtree"/>
              <a:sym typeface="Figtree"/>
            </a:endParaRPr>
          </a:p>
        </p:txBody>
      </p:sp>
      <p:sp>
        <p:nvSpPr>
          <p:cNvPr id="332" name="Google Shape;332;p26"/>
          <p:cNvSpPr txBox="1"/>
          <p:nvPr>
            <p:ph idx="3" type="title"/>
          </p:nvPr>
        </p:nvSpPr>
        <p:spPr>
          <a:xfrm>
            <a:off x="1254050" y="1703407"/>
            <a:ext cx="6636000" cy="12795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None/>
              <a:defRPr sz="8000"/>
            </a:lvl1pPr>
            <a:lvl2pPr lvl="1"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2pPr>
            <a:lvl3pPr lvl="2"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3pPr>
            <a:lvl4pPr lvl="3"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4pPr>
            <a:lvl5pPr lvl="4"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5pPr>
            <a:lvl6pPr lvl="5"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6pPr>
            <a:lvl7pPr lvl="6"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7pPr>
            <a:lvl8pPr lvl="7"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8pPr>
            <a:lvl9pPr lvl="8"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9pPr>
          </a:lstStyle>
          <a:p/>
        </p:txBody>
      </p:sp>
      <p:sp>
        <p:nvSpPr>
          <p:cNvPr id="333" name="Google Shape;333;p26"/>
          <p:cNvSpPr txBox="1"/>
          <p:nvPr>
            <p:ph idx="1" type="subTitle"/>
          </p:nvPr>
        </p:nvSpPr>
        <p:spPr>
          <a:xfrm>
            <a:off x="1643100" y="2881050"/>
            <a:ext cx="5857800" cy="4317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solidFill>
                  <a:schemeClr val="dk2"/>
                </a:solidFill>
                <a:latin typeface="Jost"/>
                <a:ea typeface="Jost"/>
                <a:cs typeface="Jost"/>
                <a:sym typeface="Jost"/>
              </a:defRPr>
            </a:lvl1pPr>
            <a:lvl2pPr lvl="1" algn="ctr">
              <a:lnSpc>
                <a:spcPct val="95000"/>
              </a:lnSpc>
              <a:spcBef>
                <a:spcPts val="0"/>
              </a:spcBef>
              <a:spcAft>
                <a:spcPts val="0"/>
              </a:spcAft>
              <a:buNone/>
              <a:defRPr>
                <a:solidFill>
                  <a:schemeClr val="dk2"/>
                </a:solidFill>
                <a:latin typeface="Jost"/>
                <a:ea typeface="Jost"/>
                <a:cs typeface="Jost"/>
                <a:sym typeface="Jost"/>
              </a:defRPr>
            </a:lvl2pPr>
            <a:lvl3pPr lvl="2" algn="ctr">
              <a:lnSpc>
                <a:spcPct val="95000"/>
              </a:lnSpc>
              <a:spcBef>
                <a:spcPts val="0"/>
              </a:spcBef>
              <a:spcAft>
                <a:spcPts val="0"/>
              </a:spcAft>
              <a:buNone/>
              <a:defRPr>
                <a:solidFill>
                  <a:schemeClr val="dk2"/>
                </a:solidFill>
                <a:latin typeface="Jost"/>
                <a:ea typeface="Jost"/>
                <a:cs typeface="Jost"/>
                <a:sym typeface="Jost"/>
              </a:defRPr>
            </a:lvl3pPr>
            <a:lvl4pPr lvl="3" algn="ctr">
              <a:lnSpc>
                <a:spcPct val="95000"/>
              </a:lnSpc>
              <a:spcBef>
                <a:spcPts val="0"/>
              </a:spcBef>
              <a:spcAft>
                <a:spcPts val="0"/>
              </a:spcAft>
              <a:buNone/>
              <a:defRPr>
                <a:solidFill>
                  <a:schemeClr val="dk2"/>
                </a:solidFill>
                <a:latin typeface="Jost"/>
                <a:ea typeface="Jost"/>
                <a:cs typeface="Jost"/>
                <a:sym typeface="Jost"/>
              </a:defRPr>
            </a:lvl4pPr>
            <a:lvl5pPr lvl="4" algn="ctr">
              <a:lnSpc>
                <a:spcPct val="95000"/>
              </a:lnSpc>
              <a:spcBef>
                <a:spcPts val="0"/>
              </a:spcBef>
              <a:spcAft>
                <a:spcPts val="0"/>
              </a:spcAft>
              <a:buNone/>
              <a:defRPr>
                <a:solidFill>
                  <a:schemeClr val="dk2"/>
                </a:solidFill>
                <a:latin typeface="Jost"/>
                <a:ea typeface="Jost"/>
                <a:cs typeface="Jost"/>
                <a:sym typeface="Jost"/>
              </a:defRPr>
            </a:lvl5pPr>
            <a:lvl6pPr lvl="5" algn="ctr">
              <a:lnSpc>
                <a:spcPct val="95000"/>
              </a:lnSpc>
              <a:spcBef>
                <a:spcPts val="0"/>
              </a:spcBef>
              <a:spcAft>
                <a:spcPts val="0"/>
              </a:spcAft>
              <a:buNone/>
              <a:defRPr>
                <a:solidFill>
                  <a:schemeClr val="dk2"/>
                </a:solidFill>
                <a:latin typeface="Jost"/>
                <a:ea typeface="Jost"/>
                <a:cs typeface="Jost"/>
                <a:sym typeface="Jost"/>
              </a:defRPr>
            </a:lvl6pPr>
            <a:lvl7pPr lvl="6" algn="ctr">
              <a:lnSpc>
                <a:spcPct val="95000"/>
              </a:lnSpc>
              <a:spcBef>
                <a:spcPts val="0"/>
              </a:spcBef>
              <a:spcAft>
                <a:spcPts val="0"/>
              </a:spcAft>
              <a:buNone/>
              <a:defRPr>
                <a:solidFill>
                  <a:schemeClr val="dk2"/>
                </a:solidFill>
                <a:latin typeface="Jost"/>
                <a:ea typeface="Jost"/>
                <a:cs typeface="Jost"/>
                <a:sym typeface="Jost"/>
              </a:defRPr>
            </a:lvl7pPr>
            <a:lvl8pPr lvl="7" algn="ctr">
              <a:lnSpc>
                <a:spcPct val="95000"/>
              </a:lnSpc>
              <a:spcBef>
                <a:spcPts val="0"/>
              </a:spcBef>
              <a:spcAft>
                <a:spcPts val="0"/>
              </a:spcAft>
              <a:buNone/>
              <a:defRPr>
                <a:solidFill>
                  <a:schemeClr val="dk2"/>
                </a:solidFill>
                <a:latin typeface="Jost"/>
                <a:ea typeface="Jost"/>
                <a:cs typeface="Jost"/>
                <a:sym typeface="Jost"/>
              </a:defRPr>
            </a:lvl8pPr>
            <a:lvl9pPr lvl="8" algn="ctr">
              <a:lnSpc>
                <a:spcPct val="95000"/>
              </a:lnSpc>
              <a:spcBef>
                <a:spcPts val="0"/>
              </a:spcBef>
              <a:spcAft>
                <a:spcPts val="0"/>
              </a:spcAft>
              <a:buNone/>
              <a:defRPr>
                <a:solidFill>
                  <a:schemeClr val="dk2"/>
                </a:solidFill>
                <a:latin typeface="Jost"/>
                <a:ea typeface="Jost"/>
                <a:cs typeface="Jost"/>
                <a:sym typeface="Jost"/>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34" name="Shape 334"/>
        <p:cNvGrpSpPr/>
        <p:nvPr/>
      </p:nvGrpSpPr>
      <p:grpSpPr>
        <a:xfrm>
          <a:off x="0" y="0"/>
          <a:ext cx="0" cy="0"/>
          <a:chOff x="0" y="0"/>
          <a:chExt cx="0" cy="0"/>
        </a:xfrm>
      </p:grpSpPr>
      <p:sp>
        <p:nvSpPr>
          <p:cNvPr id="335" name="Google Shape;335;p2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36" name="Google Shape;336;p27"/>
          <p:cNvSpPr txBox="1"/>
          <p:nvPr>
            <p:ph idx="1" type="subTitle"/>
          </p:nvPr>
        </p:nvSpPr>
        <p:spPr>
          <a:xfrm>
            <a:off x="311700" y="2834125"/>
            <a:ext cx="8520600" cy="792600"/>
          </a:xfrm>
          <a:prstGeom prst="rect">
            <a:avLst/>
          </a:prstGeom>
        </p:spPr>
        <p:txBody>
          <a:bodyPr anchorCtr="0" anchor="t" bIns="0" lIns="0" spcFirstLastPara="1" rIns="0" wrap="square" tIns="0">
            <a:sp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37" name="Shape 337"/>
        <p:cNvGrpSpPr/>
        <p:nvPr/>
      </p:nvGrpSpPr>
      <p:grpSpPr>
        <a:xfrm>
          <a:off x="0" y="0"/>
          <a:ext cx="0" cy="0"/>
          <a:chOff x="0" y="0"/>
          <a:chExt cx="0" cy="0"/>
        </a:xfrm>
      </p:grpSpPr>
      <p:sp>
        <p:nvSpPr>
          <p:cNvPr id="338" name="Google Shape;338;p2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39" name="Shape 339"/>
        <p:cNvGrpSpPr/>
        <p:nvPr/>
      </p:nvGrpSpPr>
      <p:grpSpPr>
        <a:xfrm>
          <a:off x="0" y="0"/>
          <a:ext cx="0" cy="0"/>
          <a:chOff x="0" y="0"/>
          <a:chExt cx="0" cy="0"/>
        </a:xfrm>
      </p:grpSpPr>
      <p:sp>
        <p:nvSpPr>
          <p:cNvPr id="340" name="Google Shape;340;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1" name="Google Shape;341;p2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42" name="Shape 342"/>
        <p:cNvGrpSpPr/>
        <p:nvPr/>
      </p:nvGrpSpPr>
      <p:grpSpPr>
        <a:xfrm>
          <a:off x="0" y="0"/>
          <a:ext cx="0" cy="0"/>
          <a:chOff x="0" y="0"/>
          <a:chExt cx="0" cy="0"/>
        </a:xfrm>
      </p:grpSpPr>
      <p:sp>
        <p:nvSpPr>
          <p:cNvPr id="343" name="Google Shape;343;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4" name="Google Shape;344;p3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5" name="Google Shape;345;p30"/>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6" name="Shape 346"/>
        <p:cNvGrpSpPr/>
        <p:nvPr/>
      </p:nvGrpSpPr>
      <p:grpSpPr>
        <a:xfrm>
          <a:off x="0" y="0"/>
          <a:ext cx="0" cy="0"/>
          <a:chOff x="0" y="0"/>
          <a:chExt cx="0" cy="0"/>
        </a:xfrm>
      </p:grpSpPr>
      <p:sp>
        <p:nvSpPr>
          <p:cNvPr id="347" name="Google Shape;347;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48" name="Shape 348"/>
        <p:cNvGrpSpPr/>
        <p:nvPr/>
      </p:nvGrpSpPr>
      <p:grpSpPr>
        <a:xfrm>
          <a:off x="0" y="0"/>
          <a:ext cx="0" cy="0"/>
          <a:chOff x="0" y="0"/>
          <a:chExt cx="0" cy="0"/>
        </a:xfrm>
      </p:grpSpPr>
      <p:sp>
        <p:nvSpPr>
          <p:cNvPr id="349" name="Google Shape;349;p32"/>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50" name="Google Shape;350;p32"/>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51" name="Shape 351"/>
        <p:cNvGrpSpPr/>
        <p:nvPr/>
      </p:nvGrpSpPr>
      <p:grpSpPr>
        <a:xfrm>
          <a:off x="0" y="0"/>
          <a:ext cx="0" cy="0"/>
          <a:chOff x="0" y="0"/>
          <a:chExt cx="0" cy="0"/>
        </a:xfrm>
      </p:grpSpPr>
      <p:sp>
        <p:nvSpPr>
          <p:cNvPr id="352" name="Google Shape;352;p3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53" name="Shape 353"/>
        <p:cNvGrpSpPr/>
        <p:nvPr/>
      </p:nvGrpSpPr>
      <p:grpSpPr>
        <a:xfrm>
          <a:off x="0" y="0"/>
          <a:ext cx="0" cy="0"/>
          <a:chOff x="0" y="0"/>
          <a:chExt cx="0" cy="0"/>
        </a:xfrm>
      </p:grpSpPr>
      <p:sp>
        <p:nvSpPr>
          <p:cNvPr id="354" name="Google Shape;354;p3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55" name="Google Shape;355;p34"/>
          <p:cNvSpPr txBox="1"/>
          <p:nvPr>
            <p:ph idx="1" type="subTitle"/>
          </p:nvPr>
        </p:nvSpPr>
        <p:spPr>
          <a:xfrm>
            <a:off x="265500" y="2803075"/>
            <a:ext cx="4045200" cy="1235100"/>
          </a:xfrm>
          <a:prstGeom prst="rect">
            <a:avLst/>
          </a:prstGeom>
        </p:spPr>
        <p:txBody>
          <a:bodyPr anchorCtr="0" anchor="t" bIns="0" lIns="0" spcFirstLastPara="1" rIns="0" wrap="square" tIns="0">
            <a:sp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56" name="Google Shape;356;p3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57" name="Shape 357"/>
        <p:cNvGrpSpPr/>
        <p:nvPr/>
      </p:nvGrpSpPr>
      <p:grpSpPr>
        <a:xfrm>
          <a:off x="0" y="0"/>
          <a:ext cx="0" cy="0"/>
          <a:chOff x="0" y="0"/>
          <a:chExt cx="0" cy="0"/>
        </a:xfrm>
      </p:grpSpPr>
      <p:sp>
        <p:nvSpPr>
          <p:cNvPr id="358" name="Google Shape;358;p35"/>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59" name="Shape 359"/>
        <p:cNvGrpSpPr/>
        <p:nvPr/>
      </p:nvGrpSpPr>
      <p:grpSpPr>
        <a:xfrm>
          <a:off x="0" y="0"/>
          <a:ext cx="0" cy="0"/>
          <a:chOff x="0" y="0"/>
          <a:chExt cx="0" cy="0"/>
        </a:xfrm>
      </p:grpSpPr>
      <p:sp>
        <p:nvSpPr>
          <p:cNvPr id="360" name="Google Shape;360;p36"/>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61" name="Google Shape;361;p36"/>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2" name="Shape 362"/>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63" name="Shape 363"/>
        <p:cNvGrpSpPr/>
        <p:nvPr/>
      </p:nvGrpSpPr>
      <p:grpSpPr>
        <a:xfrm>
          <a:off x="0" y="0"/>
          <a:ext cx="0" cy="0"/>
          <a:chOff x="0" y="0"/>
          <a:chExt cx="0" cy="0"/>
        </a:xfrm>
      </p:grpSpPr>
      <p:sp>
        <p:nvSpPr>
          <p:cNvPr id="364" name="Google Shape;364;p38"/>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5" name="Google Shape;365;p38"/>
          <p:cNvSpPr txBox="1"/>
          <p:nvPr>
            <p:ph idx="1" type="subTitle"/>
          </p:nvPr>
        </p:nvSpPr>
        <p:spPr>
          <a:xfrm>
            <a:off x="4406650" y="39375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6" name="Google Shape;366;p38"/>
          <p:cNvSpPr txBox="1"/>
          <p:nvPr>
            <p:ph idx="2" type="subTitle"/>
          </p:nvPr>
        </p:nvSpPr>
        <p:spPr>
          <a:xfrm>
            <a:off x="4406650" y="115170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7" name="Google Shape;367;p38"/>
          <p:cNvSpPr txBox="1"/>
          <p:nvPr>
            <p:ph idx="3" type="subTitle"/>
          </p:nvPr>
        </p:nvSpPr>
        <p:spPr>
          <a:xfrm>
            <a:off x="4406650" y="342557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8" name="Google Shape;368;p38"/>
          <p:cNvSpPr txBox="1"/>
          <p:nvPr>
            <p:ph idx="4" type="subTitle"/>
          </p:nvPr>
        </p:nvSpPr>
        <p:spPr>
          <a:xfrm>
            <a:off x="4406650" y="190966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9" name="Google Shape;369;p38"/>
          <p:cNvSpPr txBox="1"/>
          <p:nvPr>
            <p:ph idx="5" type="subTitle"/>
          </p:nvPr>
        </p:nvSpPr>
        <p:spPr>
          <a:xfrm>
            <a:off x="4406650" y="418352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0" name="Google Shape;370;p38"/>
          <p:cNvSpPr txBox="1"/>
          <p:nvPr>
            <p:ph idx="6" type="subTitle"/>
          </p:nvPr>
        </p:nvSpPr>
        <p:spPr>
          <a:xfrm>
            <a:off x="4406650" y="266761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71" name="Shape 371"/>
        <p:cNvGrpSpPr/>
        <p:nvPr/>
      </p:nvGrpSpPr>
      <p:grpSpPr>
        <a:xfrm>
          <a:off x="0" y="0"/>
          <a:ext cx="0" cy="0"/>
          <a:chOff x="0" y="0"/>
          <a:chExt cx="0" cy="0"/>
        </a:xfrm>
      </p:grpSpPr>
      <p:sp>
        <p:nvSpPr>
          <p:cNvPr id="372" name="Google Shape;372;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3" name="Google Shape;373;p39"/>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4" name="Google Shape;374;p39"/>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75" name="Shape 375"/>
        <p:cNvGrpSpPr/>
        <p:nvPr/>
      </p:nvGrpSpPr>
      <p:grpSpPr>
        <a:xfrm>
          <a:off x="0" y="0"/>
          <a:ext cx="0" cy="0"/>
          <a:chOff x="0" y="0"/>
          <a:chExt cx="0" cy="0"/>
        </a:xfrm>
      </p:grpSpPr>
      <p:sp>
        <p:nvSpPr>
          <p:cNvPr id="376" name="Google Shape;376;p4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77" name="Google Shape;377;p40"/>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8" name="Google Shape;378;p40"/>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9" name="Google Shape;379;p40"/>
          <p:cNvSpPr txBox="1"/>
          <p:nvPr>
            <p:ph idx="3" type="subTitle"/>
          </p:nvPr>
        </p:nvSpPr>
        <p:spPr>
          <a:xfrm>
            <a:off x="48315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0" name="Google Shape;380;p40"/>
          <p:cNvSpPr txBox="1"/>
          <p:nvPr>
            <p:ph idx="4" type="subTitle"/>
          </p:nvPr>
        </p:nvSpPr>
        <p:spPr>
          <a:xfrm>
            <a:off x="504800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81" name="Shape 381"/>
        <p:cNvGrpSpPr/>
        <p:nvPr/>
      </p:nvGrpSpPr>
      <p:grpSpPr>
        <a:xfrm>
          <a:off x="0" y="0"/>
          <a:ext cx="0" cy="0"/>
          <a:chOff x="0" y="0"/>
          <a:chExt cx="0" cy="0"/>
        </a:xfrm>
      </p:grpSpPr>
      <p:sp>
        <p:nvSpPr>
          <p:cNvPr id="382" name="Google Shape;382;p41"/>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3" name="Google Shape;383;p41"/>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4" name="Google Shape;384;p41"/>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85" name="Google Shape;385;p41"/>
          <p:cNvSpPr txBox="1"/>
          <p:nvPr>
            <p:ph idx="3" type="subTitle"/>
          </p:nvPr>
        </p:nvSpPr>
        <p:spPr>
          <a:xfrm>
            <a:off x="4831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6" name="Google Shape;386;p41"/>
          <p:cNvSpPr txBox="1"/>
          <p:nvPr>
            <p:ph idx="4" type="subTitle"/>
          </p:nvPr>
        </p:nvSpPr>
        <p:spPr>
          <a:xfrm>
            <a:off x="334772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7" name="Google Shape;387;p41"/>
          <p:cNvSpPr txBox="1"/>
          <p:nvPr>
            <p:ph idx="5" type="subTitle"/>
          </p:nvPr>
        </p:nvSpPr>
        <p:spPr>
          <a:xfrm>
            <a:off x="62122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8" name="Google Shape;388;p41"/>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89" name="Shape 389"/>
        <p:cNvGrpSpPr/>
        <p:nvPr/>
      </p:nvGrpSpPr>
      <p:grpSpPr>
        <a:xfrm>
          <a:off x="0" y="0"/>
          <a:ext cx="0" cy="0"/>
          <a:chOff x="0" y="0"/>
          <a:chExt cx="0" cy="0"/>
        </a:xfrm>
      </p:grpSpPr>
      <p:sp>
        <p:nvSpPr>
          <p:cNvPr id="390" name="Google Shape;390;p42"/>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1" name="Google Shape;391;p42"/>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2" name="Google Shape;392;p42"/>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3" name="Google Shape;393;p42"/>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4" name="Google Shape;394;p42"/>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95" name="Google Shape;395;p42"/>
          <p:cNvSpPr txBox="1"/>
          <p:nvPr>
            <p:ph idx="5" type="subTitle"/>
          </p:nvPr>
        </p:nvSpPr>
        <p:spPr>
          <a:xfrm>
            <a:off x="366763"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6" name="Google Shape;396;p42"/>
          <p:cNvSpPr txBox="1"/>
          <p:nvPr>
            <p:ph idx="6" type="subTitle"/>
          </p:nvPr>
        </p:nvSpPr>
        <p:spPr>
          <a:xfrm>
            <a:off x="4938738"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7" name="Google Shape;397;p42"/>
          <p:cNvSpPr txBox="1"/>
          <p:nvPr>
            <p:ph idx="7" type="subTitle"/>
          </p:nvPr>
        </p:nvSpPr>
        <p:spPr>
          <a:xfrm>
            <a:off x="4938761"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8" name="Google Shape;398;p42"/>
          <p:cNvSpPr txBox="1"/>
          <p:nvPr>
            <p:ph idx="8" type="subTitle"/>
          </p:nvPr>
        </p:nvSpPr>
        <p:spPr>
          <a:xfrm>
            <a:off x="366750"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99" name="Shape 399"/>
        <p:cNvGrpSpPr/>
        <p:nvPr/>
      </p:nvGrpSpPr>
      <p:grpSpPr>
        <a:xfrm>
          <a:off x="0" y="0"/>
          <a:ext cx="0" cy="0"/>
          <a:chOff x="0" y="0"/>
          <a:chExt cx="0" cy="0"/>
        </a:xfrm>
      </p:grpSpPr>
      <p:sp>
        <p:nvSpPr>
          <p:cNvPr id="400" name="Google Shape;400;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1" name="Google Shape;401;p43"/>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02" name="Shape 402"/>
        <p:cNvGrpSpPr/>
        <p:nvPr/>
      </p:nvGrpSpPr>
      <p:grpSpPr>
        <a:xfrm>
          <a:off x="0" y="0"/>
          <a:ext cx="0" cy="0"/>
          <a:chOff x="0" y="0"/>
          <a:chExt cx="0" cy="0"/>
        </a:xfrm>
      </p:grpSpPr>
      <p:sp>
        <p:nvSpPr>
          <p:cNvPr id="403" name="Google Shape;403;p44"/>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4" name="Google Shape;404;p44"/>
          <p:cNvSpPr/>
          <p:nvPr>
            <p:ph idx="2" type="pic"/>
          </p:nvPr>
        </p:nvSpPr>
        <p:spPr>
          <a:xfrm>
            <a:off x="4804825" y="1133300"/>
            <a:ext cx="4027500" cy="2392800"/>
          </a:xfrm>
          <a:prstGeom prst="rect">
            <a:avLst/>
          </a:prstGeom>
          <a:noFill/>
          <a:ln>
            <a:noFill/>
          </a:ln>
        </p:spPr>
      </p:sp>
      <p:sp>
        <p:nvSpPr>
          <p:cNvPr id="405" name="Google Shape;405;p44"/>
          <p:cNvSpPr/>
          <p:nvPr>
            <p:ph idx="3" type="pic"/>
          </p:nvPr>
        </p:nvSpPr>
        <p:spPr>
          <a:xfrm>
            <a:off x="311725" y="1133300"/>
            <a:ext cx="4027500" cy="2392800"/>
          </a:xfrm>
          <a:prstGeom prst="rect">
            <a:avLst/>
          </a:prstGeom>
          <a:noFill/>
          <a:ln>
            <a:noFill/>
          </a:ln>
        </p:spPr>
      </p:sp>
      <p:sp>
        <p:nvSpPr>
          <p:cNvPr id="406" name="Google Shape;406;p44"/>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7" name="Google Shape;407;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8" name="Google Shape;408;p44"/>
          <p:cNvSpPr txBox="1"/>
          <p:nvPr>
            <p:ph idx="5" type="subTitle"/>
          </p:nvPr>
        </p:nvSpPr>
        <p:spPr>
          <a:xfrm>
            <a:off x="3117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9" name="Google Shape;409;p44"/>
          <p:cNvSpPr txBox="1"/>
          <p:nvPr>
            <p:ph idx="6" type="subTitle"/>
          </p:nvPr>
        </p:nvSpPr>
        <p:spPr>
          <a:xfrm>
            <a:off x="48048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10" name="Shape 410"/>
        <p:cNvGrpSpPr/>
        <p:nvPr/>
      </p:nvGrpSpPr>
      <p:grpSpPr>
        <a:xfrm>
          <a:off x="0" y="0"/>
          <a:ext cx="0" cy="0"/>
          <a:chOff x="0" y="0"/>
          <a:chExt cx="0" cy="0"/>
        </a:xfrm>
      </p:grpSpPr>
      <p:sp>
        <p:nvSpPr>
          <p:cNvPr id="411" name="Google Shape;411;p45"/>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2" name="Google Shape;412;p45"/>
          <p:cNvSpPr/>
          <p:nvPr>
            <p:ph idx="2" type="pic"/>
          </p:nvPr>
        </p:nvSpPr>
        <p:spPr>
          <a:xfrm>
            <a:off x="6205225" y="1128325"/>
            <a:ext cx="2627100" cy="2273100"/>
          </a:xfrm>
          <a:prstGeom prst="rect">
            <a:avLst/>
          </a:prstGeom>
          <a:noFill/>
          <a:ln>
            <a:noFill/>
          </a:ln>
        </p:spPr>
      </p:sp>
      <p:sp>
        <p:nvSpPr>
          <p:cNvPr id="413" name="Google Shape;413;p45"/>
          <p:cNvSpPr/>
          <p:nvPr>
            <p:ph idx="3" type="pic"/>
          </p:nvPr>
        </p:nvSpPr>
        <p:spPr>
          <a:xfrm>
            <a:off x="311725" y="1128325"/>
            <a:ext cx="2627100" cy="2273100"/>
          </a:xfrm>
          <a:prstGeom prst="rect">
            <a:avLst/>
          </a:prstGeom>
          <a:noFill/>
          <a:ln>
            <a:noFill/>
          </a:ln>
        </p:spPr>
      </p:sp>
      <p:sp>
        <p:nvSpPr>
          <p:cNvPr id="414" name="Google Shape;414;p45"/>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5" name="Google Shape;415;p45"/>
          <p:cNvSpPr/>
          <p:nvPr>
            <p:ph idx="5" type="pic"/>
          </p:nvPr>
        </p:nvSpPr>
        <p:spPr>
          <a:xfrm>
            <a:off x="3255250" y="1128325"/>
            <a:ext cx="2627100" cy="2273100"/>
          </a:xfrm>
          <a:prstGeom prst="rect">
            <a:avLst/>
          </a:prstGeom>
          <a:noFill/>
          <a:ln>
            <a:noFill/>
          </a:ln>
        </p:spPr>
      </p:sp>
      <p:sp>
        <p:nvSpPr>
          <p:cNvPr id="416" name="Google Shape;416;p45"/>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7" name="Google Shape;417;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8" name="Google Shape;418;p45"/>
          <p:cNvSpPr txBox="1"/>
          <p:nvPr>
            <p:ph idx="7" type="subTitle"/>
          </p:nvPr>
        </p:nvSpPr>
        <p:spPr>
          <a:xfrm>
            <a:off x="3117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19" name="Google Shape;419;p45"/>
          <p:cNvSpPr txBox="1"/>
          <p:nvPr>
            <p:ph idx="8" type="subTitle"/>
          </p:nvPr>
        </p:nvSpPr>
        <p:spPr>
          <a:xfrm>
            <a:off x="62052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20" name="Google Shape;420;p45"/>
          <p:cNvSpPr txBox="1"/>
          <p:nvPr>
            <p:ph idx="9" type="subTitle"/>
          </p:nvPr>
        </p:nvSpPr>
        <p:spPr>
          <a:xfrm>
            <a:off x="3255250"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21" name="Shape 421"/>
        <p:cNvGrpSpPr/>
        <p:nvPr/>
      </p:nvGrpSpPr>
      <p:grpSpPr>
        <a:xfrm>
          <a:off x="0" y="0"/>
          <a:ext cx="0" cy="0"/>
          <a:chOff x="0" y="0"/>
          <a:chExt cx="0" cy="0"/>
        </a:xfrm>
      </p:grpSpPr>
      <p:sp>
        <p:nvSpPr>
          <p:cNvPr id="422" name="Google Shape;422;p46"/>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23" name="Shape 423"/>
        <p:cNvGrpSpPr/>
        <p:nvPr/>
      </p:nvGrpSpPr>
      <p:grpSpPr>
        <a:xfrm>
          <a:off x="0" y="0"/>
          <a:ext cx="0" cy="0"/>
          <a:chOff x="0" y="0"/>
          <a:chExt cx="0" cy="0"/>
        </a:xfrm>
      </p:grpSpPr>
      <p:sp>
        <p:nvSpPr>
          <p:cNvPr id="424" name="Google Shape;424;p47"/>
          <p:cNvSpPr/>
          <p:nvPr>
            <p:ph idx="2" type="pic"/>
          </p:nvPr>
        </p:nvSpPr>
        <p:spPr>
          <a:xfrm>
            <a:off x="3389600" y="118913"/>
            <a:ext cx="1643700" cy="1535100"/>
          </a:xfrm>
          <a:prstGeom prst="rect">
            <a:avLst/>
          </a:prstGeom>
          <a:noFill/>
          <a:ln>
            <a:noFill/>
          </a:ln>
        </p:spPr>
      </p:sp>
      <p:sp>
        <p:nvSpPr>
          <p:cNvPr id="425" name="Google Shape;425;p47"/>
          <p:cNvSpPr/>
          <p:nvPr>
            <p:ph idx="3" type="pic"/>
          </p:nvPr>
        </p:nvSpPr>
        <p:spPr>
          <a:xfrm>
            <a:off x="5195935" y="118913"/>
            <a:ext cx="1643700" cy="1535100"/>
          </a:xfrm>
          <a:prstGeom prst="rect">
            <a:avLst/>
          </a:prstGeom>
          <a:noFill/>
          <a:ln>
            <a:noFill/>
          </a:ln>
        </p:spPr>
      </p:sp>
      <p:sp>
        <p:nvSpPr>
          <p:cNvPr id="426" name="Google Shape;426;p47"/>
          <p:cNvSpPr/>
          <p:nvPr>
            <p:ph idx="4" type="pic"/>
          </p:nvPr>
        </p:nvSpPr>
        <p:spPr>
          <a:xfrm>
            <a:off x="7002270" y="118913"/>
            <a:ext cx="1643700" cy="1535100"/>
          </a:xfrm>
          <a:prstGeom prst="rect">
            <a:avLst/>
          </a:prstGeom>
          <a:noFill/>
          <a:ln>
            <a:noFill/>
          </a:ln>
        </p:spPr>
      </p:sp>
      <p:sp>
        <p:nvSpPr>
          <p:cNvPr id="427" name="Google Shape;427;p47"/>
          <p:cNvSpPr/>
          <p:nvPr>
            <p:ph idx="5" type="pic"/>
          </p:nvPr>
        </p:nvSpPr>
        <p:spPr>
          <a:xfrm>
            <a:off x="3389588" y="1804212"/>
            <a:ext cx="1643700" cy="1535100"/>
          </a:xfrm>
          <a:prstGeom prst="rect">
            <a:avLst/>
          </a:prstGeom>
          <a:noFill/>
          <a:ln>
            <a:noFill/>
          </a:ln>
        </p:spPr>
      </p:sp>
      <p:sp>
        <p:nvSpPr>
          <p:cNvPr id="428" name="Google Shape;428;p47"/>
          <p:cNvSpPr/>
          <p:nvPr>
            <p:ph idx="6" type="pic"/>
          </p:nvPr>
        </p:nvSpPr>
        <p:spPr>
          <a:xfrm>
            <a:off x="5195922" y="1804212"/>
            <a:ext cx="1643700" cy="1535100"/>
          </a:xfrm>
          <a:prstGeom prst="rect">
            <a:avLst/>
          </a:prstGeom>
          <a:noFill/>
          <a:ln>
            <a:noFill/>
          </a:ln>
        </p:spPr>
      </p:sp>
      <p:sp>
        <p:nvSpPr>
          <p:cNvPr id="429" name="Google Shape;429;p47"/>
          <p:cNvSpPr/>
          <p:nvPr>
            <p:ph idx="7" type="pic"/>
          </p:nvPr>
        </p:nvSpPr>
        <p:spPr>
          <a:xfrm>
            <a:off x="7002257" y="1804212"/>
            <a:ext cx="1643700" cy="1535100"/>
          </a:xfrm>
          <a:prstGeom prst="rect">
            <a:avLst/>
          </a:prstGeom>
          <a:noFill/>
          <a:ln>
            <a:noFill/>
          </a:ln>
        </p:spPr>
      </p:sp>
      <p:sp>
        <p:nvSpPr>
          <p:cNvPr id="430" name="Google Shape;430;p47"/>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1" name="Google Shape;431;p47"/>
          <p:cNvSpPr/>
          <p:nvPr>
            <p:ph idx="8" type="pic"/>
          </p:nvPr>
        </p:nvSpPr>
        <p:spPr>
          <a:xfrm>
            <a:off x="3389588" y="3489487"/>
            <a:ext cx="1643700" cy="1535100"/>
          </a:xfrm>
          <a:prstGeom prst="rect">
            <a:avLst/>
          </a:prstGeom>
          <a:noFill/>
          <a:ln>
            <a:noFill/>
          </a:ln>
        </p:spPr>
      </p:sp>
      <p:sp>
        <p:nvSpPr>
          <p:cNvPr id="432" name="Google Shape;432;p47"/>
          <p:cNvSpPr/>
          <p:nvPr>
            <p:ph idx="9" type="pic"/>
          </p:nvPr>
        </p:nvSpPr>
        <p:spPr>
          <a:xfrm>
            <a:off x="5195922" y="3489487"/>
            <a:ext cx="1643700" cy="1535100"/>
          </a:xfrm>
          <a:prstGeom prst="rect">
            <a:avLst/>
          </a:prstGeom>
          <a:noFill/>
          <a:ln>
            <a:noFill/>
          </a:ln>
        </p:spPr>
      </p:sp>
      <p:sp>
        <p:nvSpPr>
          <p:cNvPr id="433" name="Google Shape;433;p47"/>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slideLayout" Target="../slideLayouts/slideLayout46.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47" Type="http://schemas.openxmlformats.org/officeDocument/2006/relationships/theme" Target="../theme/theme2.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30075" y="58625"/>
            <a:ext cx="2500500" cy="172200"/>
          </a:xfrm>
          <a:prstGeom prst="rect">
            <a:avLst/>
          </a:prstGeom>
          <a:noFill/>
          <a:ln>
            <a:noFill/>
          </a:ln>
        </p:spPr>
        <p:txBody>
          <a:bodyPr anchorCtr="0" anchor="ctr" bIns="0" lIns="0" spcFirstLastPara="1" rIns="0" wrap="square" tIns="0">
            <a:noAutofit/>
          </a:bodyPr>
          <a:lstStyle>
            <a:lvl1pPr lvl="0">
              <a:spcBef>
                <a:spcPts val="0"/>
              </a:spcBef>
              <a:spcAft>
                <a:spcPts val="0"/>
              </a:spcAft>
              <a:buNone/>
              <a:defRPr sz="700">
                <a:solidFill>
                  <a:schemeClr val="dk1"/>
                </a:solidFill>
                <a:latin typeface="Figtree"/>
                <a:ea typeface="Figtree"/>
                <a:cs typeface="Figtree"/>
                <a:sym typeface="Figtree"/>
              </a:defRPr>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7" name="Google Shape;7;p1"/>
          <p:cNvSpPr txBox="1"/>
          <p:nvPr>
            <p:ph idx="2" type="title"/>
          </p:nvPr>
        </p:nvSpPr>
        <p:spPr>
          <a:xfrm>
            <a:off x="6414875" y="58625"/>
            <a:ext cx="2500500" cy="172200"/>
          </a:xfrm>
          <a:prstGeom prst="rect">
            <a:avLst/>
          </a:prstGeom>
          <a:noFill/>
          <a:ln>
            <a:noFill/>
          </a:ln>
        </p:spPr>
        <p:txBody>
          <a:bodyPr anchorCtr="0" anchor="ctr" bIns="0" lIns="0" spcFirstLastPara="1" rIns="0" wrap="square" tIns="0">
            <a:noAutofit/>
          </a:bodyPr>
          <a:lstStyle>
            <a:lvl1pPr lvl="0" algn="r">
              <a:spcBef>
                <a:spcPts val="0"/>
              </a:spcBef>
              <a:spcAft>
                <a:spcPts val="0"/>
              </a:spcAft>
              <a:buNone/>
              <a:defRPr sz="700">
                <a:solidFill>
                  <a:schemeClr val="dk1"/>
                </a:solidFill>
                <a:latin typeface="Figtree"/>
                <a:ea typeface="Figtree"/>
                <a:cs typeface="Figtree"/>
                <a:sym typeface="Figtree"/>
              </a:defRPr>
            </a:lvl1pPr>
            <a:lvl2pPr lvl="1"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8" name="Google Shape;8;p1"/>
          <p:cNvSpPr txBox="1"/>
          <p:nvPr>
            <p:ph idx="1" type="body"/>
          </p:nvPr>
        </p:nvSpPr>
        <p:spPr>
          <a:xfrm>
            <a:off x="228600" y="2881050"/>
            <a:ext cx="4296600" cy="19365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1pPr>
            <a:lvl2pPr indent="-304800" lvl="1" marL="9144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2pPr>
            <a:lvl3pPr indent="-304800" lvl="2" marL="13716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3pPr>
            <a:lvl4pPr indent="-304800" lvl="3" marL="18288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4pPr>
            <a:lvl5pPr indent="-304800" lvl="4" marL="22860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5pPr>
            <a:lvl6pPr indent="-304800" lvl="5" marL="27432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6pPr>
            <a:lvl7pPr indent="-304800" lvl="6" marL="32004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7pPr>
            <a:lvl8pPr indent="-304800" lvl="7" marL="36576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8pPr>
            <a:lvl9pPr indent="-304800" lvl="8" marL="41148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9pPr>
          </a:lstStyle>
          <a:p/>
        </p:txBody>
      </p:sp>
      <p:sp>
        <p:nvSpPr>
          <p:cNvPr id="9" name="Google Shape;9;p1"/>
          <p:cNvSpPr txBox="1"/>
          <p:nvPr>
            <p:ph idx="3" type="title"/>
          </p:nvPr>
        </p:nvSpPr>
        <p:spPr>
          <a:xfrm>
            <a:off x="371825" y="149825"/>
            <a:ext cx="6212400" cy="2378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5600"/>
              <a:buFont typeface="Figtree"/>
              <a:buNone/>
              <a:defRPr sz="5600">
                <a:solidFill>
                  <a:schemeClr val="dk1"/>
                </a:solidFill>
                <a:latin typeface="Figtree"/>
                <a:ea typeface="Figtree"/>
                <a:cs typeface="Figtree"/>
                <a:sym typeface="Figtre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065">
          <p15:clr>
            <a:srgbClr val="E46962"/>
          </p15:clr>
        </p15:guide>
        <p15:guide id="8" pos="1010">
          <p15:clr>
            <a:srgbClr val="E46962"/>
          </p15:clr>
        </p15:guide>
        <p15:guide id="9" pos="4695">
          <p15:clr>
            <a:srgbClr val="E46962"/>
          </p15:clr>
        </p15:guide>
        <p15:guide id="10" pos="4750">
          <p15:clr>
            <a:srgbClr val="E46962"/>
          </p15:clr>
        </p15:guide>
        <p15:guide id="11" pos="3774">
          <p15:clr>
            <a:srgbClr val="E46962"/>
          </p15:clr>
        </p15:guide>
        <p15:guide id="12" pos="3828">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drive.google.com/file/d/1j-7MVuUQnzIrzzO7vIHvpYDDksxDCb4v/view" TargetMode="Externa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pic>
        <p:nvPicPr>
          <p:cNvPr id="438" name="Google Shape;438;p48" title="133949291-slots-vintage-style-animated-n.mp4">
            <a:hlinkClick r:id="rId3"/>
          </p:cNvPr>
          <p:cNvPicPr preferRelativeResize="0"/>
          <p:nvPr/>
        </p:nvPicPr>
        <p:blipFill>
          <a:blip r:embed="rId4">
            <a:alphaModFix/>
          </a:blip>
          <a:stretch>
            <a:fillRect/>
          </a:stretch>
        </p:blipFill>
        <p:spPr>
          <a:xfrm>
            <a:off x="1252988" y="953749"/>
            <a:ext cx="6853726" cy="3855200"/>
          </a:xfrm>
          <a:prstGeom prst="rect">
            <a:avLst/>
          </a:prstGeom>
          <a:noFill/>
          <a:ln>
            <a:noFill/>
          </a:ln>
        </p:spPr>
      </p:pic>
      <p:sp>
        <p:nvSpPr>
          <p:cNvPr id="439" name="Google Shape;439;p48"/>
          <p:cNvSpPr txBox="1"/>
          <p:nvPr/>
        </p:nvSpPr>
        <p:spPr>
          <a:xfrm>
            <a:off x="1625850" y="457200"/>
            <a:ext cx="5892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Figtree"/>
                <a:ea typeface="Figtree"/>
                <a:cs typeface="Figtree"/>
                <a:sym typeface="Figtree"/>
              </a:rPr>
              <a:t>Tech Warmup II -  Generative AI as an Engineering Tool </a:t>
            </a:r>
            <a:endParaRPr sz="1800">
              <a:solidFill>
                <a:schemeClr val="dk1"/>
              </a:solidFill>
              <a:latin typeface="Figtree"/>
              <a:ea typeface="Figtree"/>
              <a:cs typeface="Figtree"/>
              <a:sym typeface="Figtree"/>
            </a:endParaRPr>
          </a:p>
        </p:txBody>
      </p:sp>
      <p:sp>
        <p:nvSpPr>
          <p:cNvPr id="440" name="Google Shape;440;p48"/>
          <p:cNvSpPr txBox="1"/>
          <p:nvPr>
            <p:ph idx="4294967295" type="title"/>
          </p:nvPr>
        </p:nvSpPr>
        <p:spPr>
          <a:xfrm>
            <a:off x="6414875" y="58625"/>
            <a:ext cx="2500500" cy="172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CSStress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38"/>
                                        </p:tgtEl>
                                        <p:attrNameLst>
                                          <p:attrName>style.visibility</p:attrName>
                                        </p:attrNameLst>
                                      </p:cBhvr>
                                      <p:to>
                                        <p:strVal val="visible"/>
                                      </p:to>
                                    </p:set>
                                    <p:animEffect filter="fade" transition="in">
                                      <p:cBhvr>
                                        <p:cTn dur="1000"/>
                                        <p:tgtEl>
                                          <p:spTgt spid="438"/>
                                        </p:tgtEl>
                                      </p:cBhvr>
                                    </p:animEffect>
                                  </p:childTnLst>
                                </p:cTn>
                              </p:par>
                              <p:par>
                                <p:cTn fill="hold" nodeType="withEffect" presetClass="entr" presetID="10" presetSubtype="0">
                                  <p:stCondLst>
                                    <p:cond delay="0"/>
                                  </p:stCondLst>
                                  <p:childTnLst>
                                    <p:set>
                                      <p:cBhvr>
                                        <p:cTn dur="1" fill="hold">
                                          <p:stCondLst>
                                            <p:cond delay="0"/>
                                          </p:stCondLst>
                                        </p:cTn>
                                        <p:tgtEl>
                                          <p:spTgt spid="438"/>
                                        </p:tgtEl>
                                        <p:attrNameLst>
                                          <p:attrName>style.visibility</p:attrName>
                                        </p:attrNameLst>
                                      </p:cBhvr>
                                      <p:to>
                                        <p:strVal val="visible"/>
                                      </p:to>
                                    </p:set>
                                    <p:animEffect filter="fade" transition="in">
                                      <p:cBhvr>
                                        <p:cTn dur="1000"/>
                                        <p:tgtEl>
                                          <p:spTgt spid="4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49"/>
          <p:cNvSpPr txBox="1"/>
          <p:nvPr>
            <p:ph idx="4294967295" type="body"/>
          </p:nvPr>
        </p:nvSpPr>
        <p:spPr>
          <a:xfrm>
            <a:off x="311700" y="1017725"/>
            <a:ext cx="3852900" cy="355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Figtree"/>
                <a:ea typeface="Figtree"/>
                <a:cs typeface="Figtree"/>
                <a:sym typeface="Figtree"/>
              </a:rPr>
              <a:t>Research Areas</a:t>
            </a:r>
            <a:endParaRPr sz="1200">
              <a:latin typeface="Figtree"/>
              <a:ea typeface="Figtree"/>
              <a:cs typeface="Figtree"/>
              <a:sym typeface="Figtree"/>
            </a:endParaRPr>
          </a:p>
          <a:p>
            <a:pPr indent="-304800" lvl="0" marL="457200" rtl="0" algn="l">
              <a:spcBef>
                <a:spcPts val="0"/>
              </a:spcBef>
              <a:spcAft>
                <a:spcPts val="0"/>
              </a:spcAft>
              <a:buSzPts val="1200"/>
              <a:buFont typeface="Figtree"/>
              <a:buChar char="●"/>
            </a:pPr>
            <a:r>
              <a:rPr lang="en" sz="1200">
                <a:latin typeface="Figtree"/>
                <a:ea typeface="Figtree"/>
                <a:cs typeface="Figtree"/>
                <a:sym typeface="Figtree"/>
              </a:rPr>
              <a:t>Slot machine logic(Rng, Rtp, volatility)</a:t>
            </a:r>
            <a:endParaRPr sz="1200">
              <a:latin typeface="Figtree"/>
              <a:ea typeface="Figtree"/>
              <a:cs typeface="Figtree"/>
              <a:sym typeface="Figtree"/>
            </a:endParaRPr>
          </a:p>
          <a:p>
            <a:pPr indent="-304800" lvl="0" marL="457200" rtl="0" algn="l">
              <a:spcBef>
                <a:spcPts val="0"/>
              </a:spcBef>
              <a:spcAft>
                <a:spcPts val="0"/>
              </a:spcAft>
              <a:buSzPts val="1200"/>
              <a:buFont typeface="Figtree"/>
              <a:buChar char="●"/>
            </a:pPr>
            <a:r>
              <a:rPr lang="en" sz="1200">
                <a:latin typeface="Figtree"/>
                <a:ea typeface="Figtree"/>
                <a:cs typeface="Figtree"/>
                <a:sym typeface="Figtree"/>
              </a:rPr>
              <a:t>Gameplay mechanics(wilds, multipliers, bonuses)</a:t>
            </a:r>
            <a:endParaRPr sz="1200">
              <a:latin typeface="Figtree"/>
              <a:ea typeface="Figtree"/>
              <a:cs typeface="Figtree"/>
              <a:sym typeface="Figtree"/>
            </a:endParaRPr>
          </a:p>
          <a:p>
            <a:pPr indent="-304800" lvl="0" marL="457200" rtl="0" algn="l">
              <a:spcBef>
                <a:spcPts val="0"/>
              </a:spcBef>
              <a:spcAft>
                <a:spcPts val="0"/>
              </a:spcAft>
              <a:buSzPts val="1200"/>
              <a:buFont typeface="Figtree"/>
              <a:buChar char="●"/>
            </a:pPr>
            <a:r>
              <a:rPr lang="en" sz="1200">
                <a:latin typeface="Figtree"/>
                <a:ea typeface="Figtree"/>
                <a:cs typeface="Figtree"/>
                <a:sym typeface="Figtree"/>
              </a:rPr>
              <a:t>Visual design &amp; sound effects</a:t>
            </a:r>
            <a:endParaRPr sz="1200">
              <a:latin typeface="Figtree"/>
              <a:ea typeface="Figtree"/>
              <a:cs typeface="Figtree"/>
              <a:sym typeface="Figtree"/>
            </a:endParaRPr>
          </a:p>
          <a:p>
            <a:pPr indent="-304800" lvl="0" marL="457200" rtl="0" algn="l">
              <a:spcBef>
                <a:spcPts val="0"/>
              </a:spcBef>
              <a:spcAft>
                <a:spcPts val="0"/>
              </a:spcAft>
              <a:buSzPts val="1200"/>
              <a:buFont typeface="Figtree"/>
              <a:buChar char="●"/>
            </a:pPr>
            <a:r>
              <a:rPr lang="en" sz="1200">
                <a:latin typeface="Figtree"/>
                <a:ea typeface="Figtree"/>
                <a:cs typeface="Figtree"/>
                <a:sym typeface="Figtree"/>
              </a:rPr>
              <a:t>User types and behaviors</a:t>
            </a:r>
            <a:endParaRPr sz="1200">
              <a:latin typeface="Figtree"/>
              <a:ea typeface="Figtree"/>
              <a:cs typeface="Figtree"/>
              <a:sym typeface="Figtree"/>
            </a:endParaRPr>
          </a:p>
          <a:p>
            <a:pPr indent="0" lvl="0" marL="0" rtl="0" algn="l">
              <a:spcBef>
                <a:spcPts val="0"/>
              </a:spcBef>
              <a:spcAft>
                <a:spcPts val="0"/>
              </a:spcAft>
              <a:buNone/>
            </a:pPr>
            <a:r>
              <a:t/>
            </a:r>
            <a:endParaRPr sz="1200">
              <a:latin typeface="Figtree"/>
              <a:ea typeface="Figtree"/>
              <a:cs typeface="Figtree"/>
              <a:sym typeface="Figtree"/>
            </a:endParaRPr>
          </a:p>
          <a:p>
            <a:pPr indent="0" lvl="0" marL="0" rtl="0" algn="l">
              <a:spcBef>
                <a:spcPts val="0"/>
              </a:spcBef>
              <a:spcAft>
                <a:spcPts val="0"/>
              </a:spcAft>
              <a:buNone/>
            </a:pPr>
            <a:r>
              <a:rPr lang="en" sz="1200">
                <a:latin typeface="Figtree"/>
                <a:ea typeface="Figtree"/>
                <a:cs typeface="Figtree"/>
                <a:sym typeface="Figtree"/>
              </a:rPr>
              <a:t>Game Features Identified</a:t>
            </a:r>
            <a:endParaRPr sz="1200">
              <a:latin typeface="Figtree"/>
              <a:ea typeface="Figtree"/>
              <a:cs typeface="Figtree"/>
              <a:sym typeface="Figtree"/>
            </a:endParaRPr>
          </a:p>
          <a:p>
            <a:pPr indent="-304800" lvl="0" marL="457200" rtl="0" algn="l">
              <a:spcBef>
                <a:spcPts val="0"/>
              </a:spcBef>
              <a:spcAft>
                <a:spcPts val="0"/>
              </a:spcAft>
              <a:buSzPts val="1200"/>
              <a:buFont typeface="Figtree"/>
              <a:buChar char="●"/>
            </a:pPr>
            <a:r>
              <a:rPr lang="en" sz="1200">
                <a:latin typeface="Figtree"/>
                <a:ea typeface="Figtree"/>
                <a:cs typeface="Figtree"/>
                <a:sym typeface="Figtree"/>
              </a:rPr>
              <a:t>Progression systems &amp; rewards</a:t>
            </a:r>
            <a:endParaRPr sz="1200">
              <a:latin typeface="Figtree"/>
              <a:ea typeface="Figtree"/>
              <a:cs typeface="Figtree"/>
              <a:sym typeface="Figtree"/>
            </a:endParaRPr>
          </a:p>
          <a:p>
            <a:pPr indent="-304800" lvl="0" marL="457200" rtl="0" algn="l">
              <a:spcBef>
                <a:spcPts val="0"/>
              </a:spcBef>
              <a:spcAft>
                <a:spcPts val="0"/>
              </a:spcAft>
              <a:buSzPts val="1200"/>
              <a:buFont typeface="Figtree"/>
              <a:buChar char="●"/>
            </a:pPr>
            <a:r>
              <a:rPr lang="en" sz="1200">
                <a:latin typeface="Figtree"/>
                <a:ea typeface="Figtree"/>
                <a:cs typeface="Figtree"/>
                <a:sym typeface="Figtree"/>
              </a:rPr>
              <a:t>Bonus events and random triggers</a:t>
            </a:r>
            <a:endParaRPr sz="1200">
              <a:latin typeface="Figtree"/>
              <a:ea typeface="Figtree"/>
              <a:cs typeface="Figtree"/>
              <a:sym typeface="Figtree"/>
            </a:endParaRPr>
          </a:p>
          <a:p>
            <a:pPr indent="-304800" lvl="0" marL="457200" rtl="0" algn="l">
              <a:spcBef>
                <a:spcPts val="0"/>
              </a:spcBef>
              <a:spcAft>
                <a:spcPts val="0"/>
              </a:spcAft>
              <a:buSzPts val="1200"/>
              <a:buFont typeface="Figtree"/>
              <a:buChar char="●"/>
            </a:pPr>
            <a:r>
              <a:rPr lang="en" sz="1200">
                <a:latin typeface="Figtree"/>
                <a:ea typeface="Figtree"/>
                <a:cs typeface="Figtree"/>
                <a:sym typeface="Figtree"/>
              </a:rPr>
              <a:t>Leaderboards &amp; social elements</a:t>
            </a:r>
            <a:endParaRPr sz="1200">
              <a:latin typeface="Figtree"/>
              <a:ea typeface="Figtree"/>
              <a:cs typeface="Figtree"/>
              <a:sym typeface="Figtree"/>
            </a:endParaRPr>
          </a:p>
          <a:p>
            <a:pPr indent="-304800" lvl="0" marL="457200" rtl="0" algn="l">
              <a:spcBef>
                <a:spcPts val="0"/>
              </a:spcBef>
              <a:spcAft>
                <a:spcPts val="0"/>
              </a:spcAft>
              <a:buSzPts val="1200"/>
              <a:buFont typeface="Figtree"/>
              <a:buChar char="●"/>
            </a:pPr>
            <a:r>
              <a:rPr lang="en" sz="1200">
                <a:latin typeface="Figtree"/>
                <a:ea typeface="Figtree"/>
                <a:cs typeface="Figtree"/>
                <a:sym typeface="Figtree"/>
              </a:rPr>
              <a:t>Custom themes and visual styles</a:t>
            </a:r>
            <a:endParaRPr sz="1200">
              <a:latin typeface="Figtree"/>
              <a:ea typeface="Figtree"/>
              <a:cs typeface="Figtree"/>
              <a:sym typeface="Figtree"/>
            </a:endParaRPr>
          </a:p>
          <a:p>
            <a:pPr indent="0" lvl="0" marL="0" rtl="0" algn="l">
              <a:spcBef>
                <a:spcPts val="0"/>
              </a:spcBef>
              <a:spcAft>
                <a:spcPts val="0"/>
              </a:spcAft>
              <a:buNone/>
            </a:pPr>
            <a:r>
              <a:t/>
            </a:r>
            <a:endParaRPr sz="1200">
              <a:latin typeface="Figtree"/>
              <a:ea typeface="Figtree"/>
              <a:cs typeface="Figtree"/>
              <a:sym typeface="Figtree"/>
            </a:endParaRPr>
          </a:p>
          <a:p>
            <a:pPr indent="0" lvl="0" marL="0" rtl="0" algn="l">
              <a:spcBef>
                <a:spcPts val="0"/>
              </a:spcBef>
              <a:spcAft>
                <a:spcPts val="0"/>
              </a:spcAft>
              <a:buNone/>
            </a:pPr>
            <a:r>
              <a:rPr lang="en" sz="1200">
                <a:latin typeface="Figtree"/>
                <a:ea typeface="Figtree"/>
                <a:cs typeface="Figtree"/>
                <a:sym typeface="Figtree"/>
              </a:rPr>
              <a:t>User Research</a:t>
            </a:r>
            <a:endParaRPr sz="1200">
              <a:latin typeface="Figtree"/>
              <a:ea typeface="Figtree"/>
              <a:cs typeface="Figtree"/>
              <a:sym typeface="Figtree"/>
            </a:endParaRPr>
          </a:p>
          <a:p>
            <a:pPr indent="-304800" lvl="0" marL="457200" rtl="0" algn="l">
              <a:spcBef>
                <a:spcPts val="0"/>
              </a:spcBef>
              <a:spcAft>
                <a:spcPts val="0"/>
              </a:spcAft>
              <a:buSzPts val="1200"/>
              <a:buFont typeface="Figtree"/>
              <a:buChar char="●"/>
            </a:pPr>
            <a:r>
              <a:rPr lang="en" sz="1200">
                <a:latin typeface="Figtree"/>
                <a:ea typeface="Figtree"/>
                <a:cs typeface="Figtree"/>
                <a:sym typeface="Figtree"/>
              </a:rPr>
              <a:t>Casual players → simple &amp; low-risk gameplay</a:t>
            </a:r>
            <a:endParaRPr sz="1200">
              <a:latin typeface="Figtree"/>
              <a:ea typeface="Figtree"/>
              <a:cs typeface="Figtree"/>
              <a:sym typeface="Figtree"/>
            </a:endParaRPr>
          </a:p>
          <a:p>
            <a:pPr indent="-304800" lvl="0" marL="457200" rtl="0" algn="l">
              <a:spcBef>
                <a:spcPts val="0"/>
              </a:spcBef>
              <a:spcAft>
                <a:spcPts val="0"/>
              </a:spcAft>
              <a:buSzPts val="1200"/>
              <a:buFont typeface="Figtree"/>
              <a:buChar char="●"/>
            </a:pPr>
            <a:r>
              <a:rPr lang="en" sz="1200">
                <a:latin typeface="Figtree"/>
                <a:ea typeface="Figtree"/>
                <a:cs typeface="Figtree"/>
                <a:sym typeface="Figtree"/>
              </a:rPr>
              <a:t>Social players → interaction &amp; competition</a:t>
            </a:r>
            <a:endParaRPr sz="1200">
              <a:latin typeface="Figtree"/>
              <a:ea typeface="Figtree"/>
              <a:cs typeface="Figtree"/>
              <a:sym typeface="Figtree"/>
            </a:endParaRPr>
          </a:p>
          <a:p>
            <a:pPr indent="-304800" lvl="0" marL="457200" rtl="0" algn="l">
              <a:spcBef>
                <a:spcPts val="0"/>
              </a:spcBef>
              <a:spcAft>
                <a:spcPts val="0"/>
              </a:spcAft>
              <a:buSzPts val="1200"/>
              <a:buFont typeface="Figtree"/>
              <a:buChar char="●"/>
            </a:pPr>
            <a:r>
              <a:rPr lang="en" sz="1200">
                <a:latin typeface="Figtree"/>
                <a:ea typeface="Figtree"/>
                <a:cs typeface="Figtree"/>
                <a:sym typeface="Figtree"/>
              </a:rPr>
              <a:t>Relaxation users → stress-free experience</a:t>
            </a:r>
            <a:endParaRPr sz="1200">
              <a:latin typeface="Figtree"/>
              <a:ea typeface="Figtree"/>
              <a:cs typeface="Figtree"/>
              <a:sym typeface="Figtree"/>
            </a:endParaRPr>
          </a:p>
        </p:txBody>
      </p:sp>
      <p:sp>
        <p:nvSpPr>
          <p:cNvPr id="446" name="Google Shape;446;p49"/>
          <p:cNvSpPr txBox="1"/>
          <p:nvPr>
            <p:ph idx="4294967295"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Figtree Light"/>
                <a:ea typeface="Figtree Light"/>
                <a:cs typeface="Figtree Light"/>
                <a:sym typeface="Figtree Light"/>
              </a:rPr>
              <a:t>Raw Research</a:t>
            </a:r>
            <a:endParaRPr sz="2400">
              <a:latin typeface="Figtree Light"/>
              <a:ea typeface="Figtree Light"/>
              <a:cs typeface="Figtree Light"/>
              <a:sym typeface="Figtree Light"/>
            </a:endParaRPr>
          </a:p>
        </p:txBody>
      </p:sp>
      <p:sp>
        <p:nvSpPr>
          <p:cNvPr id="447" name="Google Shape;447;p49"/>
          <p:cNvSpPr txBox="1"/>
          <p:nvPr>
            <p:ph idx="4294967295" type="body"/>
          </p:nvPr>
        </p:nvSpPr>
        <p:spPr>
          <a:xfrm>
            <a:off x="4314600" y="878825"/>
            <a:ext cx="4600800" cy="369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Figtree"/>
                <a:ea typeface="Figtree"/>
                <a:cs typeface="Figtree"/>
                <a:sym typeface="Figtree"/>
              </a:rPr>
              <a:t>Persona Document: </a:t>
            </a:r>
            <a:endParaRPr sz="1200">
              <a:latin typeface="Figtree"/>
              <a:ea typeface="Figtree"/>
              <a:cs typeface="Figtree"/>
              <a:sym typeface="Figtree"/>
            </a:endParaRPr>
          </a:p>
          <a:p>
            <a:pPr indent="0" lvl="0" marL="0" rtl="0" algn="l">
              <a:spcBef>
                <a:spcPts val="0"/>
              </a:spcBef>
              <a:spcAft>
                <a:spcPts val="0"/>
              </a:spcAft>
              <a:buNone/>
            </a:pPr>
            <a:r>
              <a:rPr lang="en" sz="1200">
                <a:latin typeface="Figtree"/>
                <a:ea typeface="Figtree"/>
                <a:cs typeface="Figtree"/>
                <a:sym typeface="Figtree"/>
              </a:rPr>
              <a:t>Persona 1 - Casual Player</a:t>
            </a:r>
            <a:endParaRPr sz="1200">
              <a:latin typeface="Figtree"/>
              <a:ea typeface="Figtree"/>
              <a:cs typeface="Figtree"/>
              <a:sym typeface="Figtree"/>
            </a:endParaRPr>
          </a:p>
          <a:p>
            <a:pPr indent="0" lvl="0" marL="0" rtl="0" algn="l">
              <a:spcBef>
                <a:spcPts val="0"/>
              </a:spcBef>
              <a:spcAft>
                <a:spcPts val="0"/>
              </a:spcAft>
              <a:buNone/>
            </a:pPr>
            <a:r>
              <a:rPr lang="en" sz="1200">
                <a:latin typeface="Figtree"/>
                <a:ea typeface="Figtree"/>
                <a:cs typeface="Figtree"/>
                <a:sym typeface="Figtree"/>
              </a:rPr>
              <a:t>Timmy(20)</a:t>
            </a:r>
            <a:endParaRPr sz="1200">
              <a:latin typeface="Figtree"/>
              <a:ea typeface="Figtree"/>
              <a:cs typeface="Figtree"/>
              <a:sym typeface="Figtree"/>
            </a:endParaRPr>
          </a:p>
          <a:p>
            <a:pPr indent="-304800" lvl="0" marL="457200" rtl="0" algn="l">
              <a:lnSpc>
                <a:spcPct val="115000"/>
              </a:lnSpc>
              <a:spcBef>
                <a:spcPts val="1200"/>
              </a:spcBef>
              <a:spcAft>
                <a:spcPts val="0"/>
              </a:spcAft>
              <a:buSzPts val="1200"/>
              <a:buFont typeface="Figtree"/>
              <a:buChar char="●"/>
            </a:pPr>
            <a:r>
              <a:rPr lang="en" sz="1200">
                <a:latin typeface="Figtree"/>
                <a:ea typeface="Figtree"/>
                <a:cs typeface="Figtree"/>
                <a:sym typeface="Figtree"/>
              </a:rPr>
              <a:t>Wants fun, quick gameplay</a:t>
            </a:r>
            <a:endParaRPr sz="1200">
              <a:latin typeface="Figtree"/>
              <a:ea typeface="Figtree"/>
              <a:cs typeface="Figtree"/>
              <a:sym typeface="Figtree"/>
            </a:endParaRPr>
          </a:p>
          <a:p>
            <a:pPr indent="-304800" lvl="0" marL="457200" rtl="0" algn="l">
              <a:lnSpc>
                <a:spcPct val="115000"/>
              </a:lnSpc>
              <a:spcBef>
                <a:spcPts val="0"/>
              </a:spcBef>
              <a:spcAft>
                <a:spcPts val="0"/>
              </a:spcAft>
              <a:buSzPts val="1200"/>
              <a:buFont typeface="Figtree"/>
              <a:buChar char="●"/>
            </a:pPr>
            <a:r>
              <a:rPr lang="en" sz="1200">
                <a:latin typeface="Figtree"/>
                <a:ea typeface="Figtree"/>
                <a:cs typeface="Figtree"/>
                <a:sym typeface="Figtree"/>
              </a:rPr>
              <a:t>Prefers simple controls</a:t>
            </a:r>
            <a:endParaRPr sz="1200">
              <a:latin typeface="Figtree"/>
              <a:ea typeface="Figtree"/>
              <a:cs typeface="Figtree"/>
              <a:sym typeface="Figtree"/>
            </a:endParaRPr>
          </a:p>
          <a:p>
            <a:pPr indent="-304800" lvl="0" marL="457200" rtl="0" algn="l">
              <a:lnSpc>
                <a:spcPct val="115000"/>
              </a:lnSpc>
              <a:spcBef>
                <a:spcPts val="0"/>
              </a:spcBef>
              <a:spcAft>
                <a:spcPts val="0"/>
              </a:spcAft>
              <a:buSzPts val="1200"/>
              <a:buFont typeface="Figtree"/>
              <a:buChar char="●"/>
            </a:pPr>
            <a:r>
              <a:rPr lang="en" sz="1200">
                <a:latin typeface="Figtree"/>
                <a:ea typeface="Figtree"/>
                <a:cs typeface="Figtree"/>
                <a:sym typeface="Figtree"/>
              </a:rPr>
              <a:t>Avoids complex interfaces</a:t>
            </a:r>
            <a:endParaRPr sz="1200">
              <a:latin typeface="Figtree"/>
              <a:ea typeface="Figtree"/>
              <a:cs typeface="Figtree"/>
              <a:sym typeface="Figtree"/>
            </a:endParaRPr>
          </a:p>
          <a:p>
            <a:pPr indent="0" lvl="0" marL="0" rtl="0" algn="l">
              <a:lnSpc>
                <a:spcPct val="115000"/>
              </a:lnSpc>
              <a:spcBef>
                <a:spcPts val="1200"/>
              </a:spcBef>
              <a:spcAft>
                <a:spcPts val="0"/>
              </a:spcAft>
              <a:buNone/>
            </a:pPr>
            <a:r>
              <a:rPr lang="en" sz="1200">
                <a:latin typeface="Figtree"/>
                <a:ea typeface="Figtree"/>
                <a:cs typeface="Figtree"/>
                <a:sym typeface="Figtree"/>
              </a:rPr>
              <a:t>Persona 2 - Competitive Player</a:t>
            </a:r>
            <a:endParaRPr sz="1200">
              <a:latin typeface="Figtree"/>
              <a:ea typeface="Figtree"/>
              <a:cs typeface="Figtree"/>
              <a:sym typeface="Figtree"/>
            </a:endParaRPr>
          </a:p>
          <a:p>
            <a:pPr indent="0" lvl="0" marL="0" rtl="0" algn="l">
              <a:spcBef>
                <a:spcPts val="1200"/>
              </a:spcBef>
              <a:spcAft>
                <a:spcPts val="0"/>
              </a:spcAft>
              <a:buNone/>
            </a:pPr>
            <a:r>
              <a:rPr lang="en" sz="1200">
                <a:latin typeface="Figtree"/>
                <a:ea typeface="Figtree"/>
                <a:cs typeface="Figtree"/>
                <a:sym typeface="Figtree"/>
              </a:rPr>
              <a:t>Chad(30)</a:t>
            </a:r>
            <a:endParaRPr sz="1200">
              <a:latin typeface="Figtree"/>
              <a:ea typeface="Figtree"/>
              <a:cs typeface="Figtree"/>
              <a:sym typeface="Figtree"/>
            </a:endParaRPr>
          </a:p>
          <a:p>
            <a:pPr indent="-304800" lvl="0" marL="457200" rtl="0" algn="l">
              <a:spcBef>
                <a:spcPts val="0"/>
              </a:spcBef>
              <a:spcAft>
                <a:spcPts val="0"/>
              </a:spcAft>
              <a:buSzPts val="1200"/>
              <a:buFont typeface="Figtree"/>
              <a:buChar char="●"/>
            </a:pPr>
            <a:r>
              <a:rPr lang="en" sz="1200">
                <a:latin typeface="Figtree"/>
                <a:ea typeface="Figtree"/>
                <a:cs typeface="Figtree"/>
                <a:sym typeface="Figtree"/>
              </a:rPr>
              <a:t>Wants to maximize winnings</a:t>
            </a:r>
            <a:endParaRPr sz="1200">
              <a:latin typeface="Figtree"/>
              <a:ea typeface="Figtree"/>
              <a:cs typeface="Figtree"/>
              <a:sym typeface="Figtree"/>
            </a:endParaRPr>
          </a:p>
          <a:p>
            <a:pPr indent="-304800" lvl="0" marL="457200" rtl="0" algn="l">
              <a:spcBef>
                <a:spcPts val="0"/>
              </a:spcBef>
              <a:spcAft>
                <a:spcPts val="0"/>
              </a:spcAft>
              <a:buSzPts val="1200"/>
              <a:buFont typeface="Figtree"/>
              <a:buChar char="●"/>
            </a:pPr>
            <a:r>
              <a:rPr lang="en" sz="1200">
                <a:latin typeface="Figtree"/>
                <a:ea typeface="Figtree"/>
                <a:cs typeface="Figtree"/>
                <a:sym typeface="Figtree"/>
              </a:rPr>
              <a:t>Interested in advanced features</a:t>
            </a:r>
            <a:endParaRPr sz="1200">
              <a:latin typeface="Figtree"/>
              <a:ea typeface="Figtree"/>
              <a:cs typeface="Figtree"/>
              <a:sym typeface="Figtree"/>
            </a:endParaRPr>
          </a:p>
          <a:p>
            <a:pPr indent="-304800" lvl="0" marL="457200" rtl="0" algn="l">
              <a:spcBef>
                <a:spcPts val="0"/>
              </a:spcBef>
              <a:spcAft>
                <a:spcPts val="0"/>
              </a:spcAft>
              <a:buSzPts val="1200"/>
              <a:buFont typeface="Figtree"/>
              <a:buChar char="●"/>
            </a:pPr>
            <a:r>
              <a:rPr lang="en" sz="1200">
                <a:latin typeface="Figtree"/>
                <a:ea typeface="Figtree"/>
                <a:cs typeface="Figtree"/>
                <a:sym typeface="Figtree"/>
              </a:rPr>
              <a:t>Plays longer sessions</a:t>
            </a:r>
            <a:endParaRPr sz="1200">
              <a:latin typeface="Figtree"/>
              <a:ea typeface="Figtree"/>
              <a:cs typeface="Figtree"/>
              <a:sym typeface="Figtree"/>
            </a:endParaRPr>
          </a:p>
          <a:p>
            <a:pPr indent="0" lvl="0" marL="0" rtl="0" algn="l">
              <a:spcBef>
                <a:spcPts val="0"/>
              </a:spcBef>
              <a:spcAft>
                <a:spcPts val="0"/>
              </a:spcAft>
              <a:buNone/>
            </a:pPr>
            <a:r>
              <a:rPr lang="en" sz="1200">
                <a:latin typeface="Figtree"/>
                <a:ea typeface="Figtree"/>
                <a:cs typeface="Figtree"/>
                <a:sym typeface="Figtree"/>
              </a:rPr>
              <a:t>User story:</a:t>
            </a:r>
            <a:endParaRPr sz="1200">
              <a:latin typeface="Figtree"/>
              <a:ea typeface="Figtree"/>
              <a:cs typeface="Figtree"/>
              <a:sym typeface="Figtree"/>
            </a:endParaRPr>
          </a:p>
          <a:p>
            <a:pPr indent="0" lvl="0" marL="0" rtl="0" algn="l">
              <a:spcBef>
                <a:spcPts val="0"/>
              </a:spcBef>
              <a:spcAft>
                <a:spcPts val="0"/>
              </a:spcAft>
              <a:buNone/>
            </a:pPr>
            <a:r>
              <a:rPr lang="en" sz="1200">
                <a:latin typeface="Figtree"/>
                <a:ea typeface="Figtree"/>
                <a:cs typeface="Figtree"/>
                <a:sym typeface="Figtree"/>
              </a:rPr>
              <a:t>As a casual player, I want simple controls so that I can start playing immediately.</a:t>
            </a:r>
            <a:endParaRPr sz="1200">
              <a:latin typeface="Figtree"/>
              <a:ea typeface="Figtree"/>
              <a:cs typeface="Figtree"/>
              <a:sym typeface="Figtree"/>
            </a:endParaRPr>
          </a:p>
          <a:p>
            <a:pPr indent="0" lvl="0" marL="0" rtl="0" algn="l">
              <a:spcBef>
                <a:spcPts val="0"/>
              </a:spcBef>
              <a:spcAft>
                <a:spcPts val="0"/>
              </a:spcAft>
              <a:buNone/>
            </a:pPr>
            <a:r>
              <a:rPr lang="en" sz="1200">
                <a:latin typeface="Figtree"/>
                <a:ea typeface="Figtree"/>
                <a:cs typeface="Figtree"/>
                <a:sym typeface="Figtree"/>
              </a:rPr>
              <a:t>As a competitive player, I want advanced features (multipliers, bonus rounds) so that the game stays engaging.</a:t>
            </a:r>
            <a:endParaRPr sz="1200">
              <a:latin typeface="Figtree"/>
              <a:ea typeface="Figtree"/>
              <a:cs typeface="Figtree"/>
              <a:sym typeface="Figtree"/>
            </a:endParaRPr>
          </a:p>
          <a:p>
            <a:pPr indent="0" lvl="0" marL="0" rtl="0" algn="l">
              <a:spcBef>
                <a:spcPts val="0"/>
              </a:spcBef>
              <a:spcAft>
                <a:spcPts val="0"/>
              </a:spcAft>
              <a:buNone/>
            </a:pPr>
            <a:r>
              <a:rPr lang="en" sz="1200">
                <a:latin typeface="Figtree"/>
                <a:ea typeface="Figtree"/>
                <a:cs typeface="Figtree"/>
                <a:sym typeface="Figtree"/>
              </a:rPr>
              <a:t>As a progression player, I want to unlock rewards so that I feel a sense of achievement over time.</a:t>
            </a:r>
            <a:endParaRPr sz="1200">
              <a:latin typeface="Figtree"/>
              <a:ea typeface="Figtree"/>
              <a:cs typeface="Figtree"/>
              <a:sym typeface="Figtree"/>
            </a:endParaRPr>
          </a:p>
          <a:p>
            <a:pPr indent="0" lvl="0" marL="0" rtl="0" algn="l">
              <a:spcBef>
                <a:spcPts val="0"/>
              </a:spcBef>
              <a:spcAft>
                <a:spcPts val="0"/>
              </a:spcAft>
              <a:buNone/>
            </a:pPr>
            <a:r>
              <a:t/>
            </a:r>
            <a:endParaRPr sz="1200">
              <a:latin typeface="Figtree"/>
              <a:ea typeface="Figtree"/>
              <a:cs typeface="Figtree"/>
              <a:sym typeface="Figtree"/>
            </a:endParaRPr>
          </a:p>
        </p:txBody>
      </p:sp>
      <p:sp>
        <p:nvSpPr>
          <p:cNvPr id="448" name="Google Shape;448;p49"/>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CSStress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50"/>
          <p:cNvSpPr txBox="1"/>
          <p:nvPr>
            <p:ph idx="5" type="title"/>
          </p:nvPr>
        </p:nvSpPr>
        <p:spPr>
          <a:xfrm>
            <a:off x="230075" y="2993600"/>
            <a:ext cx="3681600" cy="343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Personas</a:t>
            </a:r>
            <a:endParaRPr/>
          </a:p>
        </p:txBody>
      </p:sp>
      <p:sp>
        <p:nvSpPr>
          <p:cNvPr id="454" name="Google Shape;454;p50"/>
          <p:cNvSpPr txBox="1"/>
          <p:nvPr>
            <p:ph idx="6" type="body"/>
          </p:nvPr>
        </p:nvSpPr>
        <p:spPr>
          <a:xfrm>
            <a:off x="230075" y="3515700"/>
            <a:ext cx="3681600" cy="1123500"/>
          </a:xfrm>
          <a:prstGeom prst="rect">
            <a:avLst/>
          </a:prstGeom>
        </p:spPr>
        <p:txBody>
          <a:bodyPr anchorCtr="0" anchor="t" bIns="0" lIns="0" spcFirstLastPara="1" rIns="0" wrap="square" tIns="0">
            <a:spAutoFit/>
          </a:bodyPr>
          <a:lstStyle/>
          <a:p>
            <a:pPr indent="-292100" lvl="0" marL="457200" rtl="0" algn="l">
              <a:spcBef>
                <a:spcPts val="0"/>
              </a:spcBef>
              <a:spcAft>
                <a:spcPts val="0"/>
              </a:spcAft>
              <a:buSzPts val="1000"/>
              <a:buChar char="➔"/>
            </a:pPr>
            <a:r>
              <a:rPr lang="en"/>
              <a:t>Jonathan Shade</a:t>
            </a:r>
            <a:r>
              <a:rPr lang="en"/>
              <a:t> </a:t>
            </a:r>
            <a:r>
              <a:rPr lang="en"/>
              <a:t>64 year old, retiree, overconfident after a divorce win. Wants big bets, pure luck, no progression systems (Owen Atis)</a:t>
            </a:r>
            <a:endParaRPr/>
          </a:p>
          <a:p>
            <a:pPr indent="0" lvl="0" marL="457200" rtl="0" algn="l">
              <a:spcBef>
                <a:spcPts val="0"/>
              </a:spcBef>
              <a:spcAft>
                <a:spcPts val="0"/>
              </a:spcAft>
              <a:buNone/>
            </a:pPr>
            <a:r>
              <a:t/>
            </a:r>
            <a:endParaRPr/>
          </a:p>
          <a:p>
            <a:pPr indent="-292100" lvl="0" marL="457200" rtl="0" algn="l">
              <a:lnSpc>
                <a:spcPct val="115000"/>
              </a:lnSpc>
              <a:spcBef>
                <a:spcPts val="0"/>
              </a:spcBef>
              <a:spcAft>
                <a:spcPts val="0"/>
              </a:spcAft>
              <a:buSzPts val="1000"/>
              <a:buChar char="➔"/>
            </a:pPr>
            <a:r>
              <a:rPr lang="en"/>
              <a:t>Unnamed casual first-timer  found the app through an ad, not a gambler, just wants light entertainment (Alex Perelson)</a:t>
            </a:r>
            <a:endParaRPr/>
          </a:p>
          <a:p>
            <a:pPr indent="0" lvl="0" marL="0" rtl="0" algn="l">
              <a:spcBef>
                <a:spcPts val="0"/>
              </a:spcBef>
              <a:spcAft>
                <a:spcPts val="0"/>
              </a:spcAft>
              <a:buNone/>
            </a:pPr>
            <a:r>
              <a:t/>
            </a:r>
            <a:endParaRPr/>
          </a:p>
        </p:txBody>
      </p:sp>
      <p:sp>
        <p:nvSpPr>
          <p:cNvPr id="455" name="Google Shape;455;p50"/>
          <p:cNvSpPr txBox="1"/>
          <p:nvPr>
            <p:ph idx="9" type="subTitle"/>
          </p:nvPr>
        </p:nvSpPr>
        <p:spPr>
          <a:xfrm>
            <a:off x="4903337" y="1103000"/>
            <a:ext cx="2378700" cy="167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USER</a:t>
            </a:r>
            <a:r>
              <a:rPr lang="en"/>
              <a:t> ST</a:t>
            </a:r>
            <a:r>
              <a:rPr lang="en"/>
              <a:t>ORIES</a:t>
            </a:r>
            <a:endParaRPr/>
          </a:p>
        </p:txBody>
      </p:sp>
      <p:sp>
        <p:nvSpPr>
          <p:cNvPr id="456" name="Google Shape;456;p50"/>
          <p:cNvSpPr txBox="1"/>
          <p:nvPr>
            <p:ph idx="13" type="subTitle"/>
          </p:nvPr>
        </p:nvSpPr>
        <p:spPr>
          <a:xfrm>
            <a:off x="4903325" y="761900"/>
            <a:ext cx="3306300" cy="1677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2500">
                <a:solidFill>
                  <a:schemeClr val="dk1"/>
                </a:solidFill>
                <a:latin typeface="Figtree"/>
                <a:ea typeface="Figtree"/>
                <a:cs typeface="Figtree"/>
                <a:sym typeface="Figtree"/>
              </a:rPr>
              <a:t>Research Overview</a:t>
            </a:r>
            <a:endParaRPr sz="100"/>
          </a:p>
        </p:txBody>
      </p:sp>
      <p:pic>
        <p:nvPicPr>
          <p:cNvPr descr="Portrait of a smiling man in a blue shirt. " id="457" name="Google Shape;457;p50"/>
          <p:cNvPicPr preferRelativeResize="0"/>
          <p:nvPr/>
        </p:nvPicPr>
        <p:blipFill rotWithShape="1">
          <a:blip r:embed="rId3">
            <a:alphaModFix/>
          </a:blip>
          <a:srcRect b="28026" l="14317" r="12110" t="2722"/>
          <a:stretch/>
        </p:blipFill>
        <p:spPr>
          <a:xfrm>
            <a:off x="230075" y="457363"/>
            <a:ext cx="3681600" cy="2309700"/>
          </a:xfrm>
          <a:prstGeom prst="roundRect">
            <a:avLst>
              <a:gd fmla="val 0" name="adj"/>
            </a:avLst>
          </a:prstGeom>
          <a:noFill/>
          <a:ln>
            <a:noFill/>
          </a:ln>
        </p:spPr>
      </p:pic>
      <p:sp>
        <p:nvSpPr>
          <p:cNvPr id="458" name="Google Shape;458;p50"/>
          <p:cNvSpPr txBox="1"/>
          <p:nvPr>
            <p:ph idx="7" type="body"/>
          </p:nvPr>
        </p:nvSpPr>
        <p:spPr>
          <a:xfrm>
            <a:off x="4903325" y="1342075"/>
            <a:ext cx="3681600" cy="1180200"/>
          </a:xfrm>
          <a:prstGeom prst="rect">
            <a:avLst/>
          </a:prstGeom>
        </p:spPr>
        <p:txBody>
          <a:bodyPr anchorCtr="0" anchor="t" bIns="0" lIns="0" spcFirstLastPara="1" rIns="0" wrap="square" tIns="0">
            <a:spAutoFit/>
          </a:bodyPr>
          <a:lstStyle/>
          <a:p>
            <a:pPr indent="-177800" lvl="0" marL="285750" rtl="0" algn="l">
              <a:spcBef>
                <a:spcPts val="0"/>
              </a:spcBef>
              <a:spcAft>
                <a:spcPts val="0"/>
              </a:spcAft>
              <a:buSzPts val="1000"/>
              <a:buChar char="⟶"/>
            </a:pPr>
            <a:r>
              <a:rPr lang="en"/>
              <a:t>As a chronic gambler, I want to place my own bets with massive returns so I win more than I started with</a:t>
            </a:r>
            <a:endParaRPr/>
          </a:p>
          <a:p>
            <a:pPr indent="-177800" lvl="0" marL="285750" rtl="0" algn="l">
              <a:spcBef>
                <a:spcPts val="1000"/>
              </a:spcBef>
              <a:spcAft>
                <a:spcPts val="0"/>
              </a:spcAft>
              <a:buSzPts val="1000"/>
              <a:buChar char="⟶"/>
            </a:pPr>
            <a:r>
              <a:rPr lang="en"/>
              <a:t>As an older player, I want fast, flashy, clearly communicated plays so I know exactly when I win or lose</a:t>
            </a:r>
            <a:endParaRPr/>
          </a:p>
          <a:p>
            <a:pPr indent="-177800" lvl="0" marL="285750" rtl="0" algn="l">
              <a:spcBef>
                <a:spcPts val="1000"/>
              </a:spcBef>
              <a:spcAft>
                <a:spcPts val="1000"/>
              </a:spcAft>
              <a:buSzPts val="1000"/>
              <a:buChar char="⟶"/>
            </a:pPr>
            <a:r>
              <a:rPr lang="en"/>
              <a:t>As a bored young person used to modern games, I want overstimulation and instant gratification</a:t>
            </a:r>
            <a:endParaRPr/>
          </a:p>
        </p:txBody>
      </p:sp>
      <p:sp>
        <p:nvSpPr>
          <p:cNvPr id="459" name="Google Shape;459;p50"/>
          <p:cNvSpPr txBox="1"/>
          <p:nvPr>
            <p:ph idx="9" type="subTitle"/>
          </p:nvPr>
        </p:nvSpPr>
        <p:spPr>
          <a:xfrm>
            <a:off x="4903337" y="2644675"/>
            <a:ext cx="2378700" cy="167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SLOT MACHINE</a:t>
            </a:r>
            <a:endParaRPr/>
          </a:p>
        </p:txBody>
      </p:sp>
      <p:sp>
        <p:nvSpPr>
          <p:cNvPr id="460" name="Google Shape;460;p50"/>
          <p:cNvSpPr txBox="1"/>
          <p:nvPr>
            <p:ph idx="7" type="body"/>
          </p:nvPr>
        </p:nvSpPr>
        <p:spPr>
          <a:xfrm>
            <a:off x="4903325" y="2934775"/>
            <a:ext cx="3681600" cy="2047200"/>
          </a:xfrm>
          <a:prstGeom prst="rect">
            <a:avLst/>
          </a:prstGeom>
        </p:spPr>
        <p:txBody>
          <a:bodyPr anchorCtr="0" anchor="t" bIns="0" lIns="0" spcFirstLastPara="1" rIns="0" wrap="square" tIns="0">
            <a:spAutoFit/>
          </a:bodyPr>
          <a:lstStyle/>
          <a:p>
            <a:pPr indent="-171450" lvl="0" marL="285750" rtl="0" algn="l">
              <a:spcBef>
                <a:spcPts val="0"/>
              </a:spcBef>
              <a:spcAft>
                <a:spcPts val="0"/>
              </a:spcAft>
              <a:buSzPts val="900"/>
              <a:buChar char="⟶"/>
            </a:pPr>
            <a:r>
              <a:rPr lang="en" sz="900"/>
              <a:t>Domain/Functionality: The Slot Machine will include a progression based feature that can entice casual players to engage in the slot machine, paired with </a:t>
            </a:r>
            <a:r>
              <a:rPr lang="en" sz="900"/>
              <a:t>theming</a:t>
            </a:r>
            <a:r>
              <a:rPr lang="en" sz="900"/>
              <a:t> that is freely chosen by the user to give them the feeling of choice. </a:t>
            </a:r>
            <a:endParaRPr sz="900"/>
          </a:p>
          <a:p>
            <a:pPr indent="-171450" lvl="0" marL="285750" rtl="0" algn="l">
              <a:spcBef>
                <a:spcPts val="1000"/>
              </a:spcBef>
              <a:spcAft>
                <a:spcPts val="0"/>
              </a:spcAft>
              <a:buSzPts val="900"/>
              <a:buChar char="⟶"/>
            </a:pPr>
            <a:r>
              <a:rPr lang="en" sz="900"/>
              <a:t>Visuals: The Slot Machine will incorporate themes that have distinct variations from one another to broaden appeal. </a:t>
            </a:r>
            <a:r>
              <a:rPr lang="en" sz="900"/>
              <a:t>Specific</a:t>
            </a:r>
            <a:r>
              <a:rPr lang="en" sz="900"/>
              <a:t> bright colors shall also be used to help in communicating intended reactions. </a:t>
            </a:r>
            <a:endParaRPr sz="900"/>
          </a:p>
          <a:p>
            <a:pPr indent="-171450" lvl="0" marL="285750" rtl="0" algn="l">
              <a:spcBef>
                <a:spcPts val="1000"/>
              </a:spcBef>
              <a:spcAft>
                <a:spcPts val="0"/>
              </a:spcAft>
              <a:buSzPts val="900"/>
              <a:buChar char="⟶"/>
            </a:pPr>
            <a:r>
              <a:rPr lang="en" sz="900"/>
              <a:t>Audio: The Slot Machine will incorporate an ambiance track and specific </a:t>
            </a:r>
            <a:r>
              <a:rPr lang="en" sz="900"/>
              <a:t>sound</a:t>
            </a:r>
            <a:r>
              <a:rPr lang="en" sz="900"/>
              <a:t> effects that help in </a:t>
            </a:r>
            <a:r>
              <a:rPr lang="en" sz="900"/>
              <a:t>eliciting</a:t>
            </a:r>
            <a:r>
              <a:rPr lang="en" sz="900"/>
              <a:t> </a:t>
            </a:r>
            <a:r>
              <a:rPr lang="en" sz="900"/>
              <a:t>specific feelings. </a:t>
            </a:r>
            <a:endParaRPr sz="900"/>
          </a:p>
          <a:p>
            <a:pPr indent="-171450" lvl="0" marL="285750" rtl="0" algn="l">
              <a:spcBef>
                <a:spcPts val="1000"/>
              </a:spcBef>
              <a:spcAft>
                <a:spcPts val="1000"/>
              </a:spcAft>
              <a:buSzPts val="900"/>
              <a:buChar char="⟶"/>
            </a:pPr>
            <a:r>
              <a:rPr lang="en" sz="900"/>
              <a:t>Code Specifications: Code should be considered “clean” meaning that the architecture, comments, avoidance of duplicate functions and corresponding test cases must be implemented. </a:t>
            </a:r>
            <a:endParaRPr sz="900"/>
          </a:p>
        </p:txBody>
      </p:sp>
      <p:sp>
        <p:nvSpPr>
          <p:cNvPr id="461" name="Google Shape;461;p50"/>
          <p:cNvSpPr txBox="1"/>
          <p:nvPr>
            <p:ph idx="3" type="title"/>
          </p:nvPr>
        </p:nvSpPr>
        <p:spPr>
          <a:xfrm>
            <a:off x="6414875" y="58625"/>
            <a:ext cx="2500500" cy="172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CSStress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51"/>
          <p:cNvSpPr txBox="1"/>
          <p:nvPr>
            <p:ph idx="3" type="title"/>
          </p:nvPr>
        </p:nvSpPr>
        <p:spPr>
          <a:xfrm>
            <a:off x="348450" y="265950"/>
            <a:ext cx="3432600" cy="464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lt1"/>
              </a:buClr>
              <a:buSzPts val="1100"/>
              <a:buFont typeface="Arial"/>
              <a:buNone/>
            </a:pPr>
            <a:r>
              <a:rPr lang="en" sz="2400"/>
              <a:t>AI Plan &amp; AI Log</a:t>
            </a:r>
            <a:endParaRPr/>
          </a:p>
          <a:p>
            <a:pPr indent="0" lvl="0" marL="0" rtl="0" algn="l">
              <a:lnSpc>
                <a:spcPct val="100000"/>
              </a:lnSpc>
              <a:spcBef>
                <a:spcPts val="0"/>
              </a:spcBef>
              <a:spcAft>
                <a:spcPts val="0"/>
              </a:spcAft>
              <a:buClr>
                <a:schemeClr val="lt1"/>
              </a:buClr>
              <a:buSzPts val="1100"/>
              <a:buFont typeface="Arial"/>
              <a:buNone/>
            </a:pPr>
            <a:r>
              <a:t/>
            </a:r>
            <a:endParaRPr sz="2400"/>
          </a:p>
        </p:txBody>
      </p:sp>
      <p:sp>
        <p:nvSpPr>
          <p:cNvPr id="467" name="Google Shape;467;p51"/>
          <p:cNvSpPr txBox="1"/>
          <p:nvPr/>
        </p:nvSpPr>
        <p:spPr>
          <a:xfrm>
            <a:off x="348450" y="730650"/>
            <a:ext cx="4776900" cy="4248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lt1"/>
              </a:buClr>
              <a:buSzPts val="1100"/>
              <a:buFont typeface="Arial"/>
              <a:buNone/>
            </a:pPr>
            <a:r>
              <a:rPr lang="en" sz="1200">
                <a:solidFill>
                  <a:schemeClr val="dk1"/>
                </a:solidFill>
                <a:latin typeface="Jost"/>
                <a:ea typeface="Jost"/>
                <a:cs typeface="Jost"/>
                <a:sym typeface="Jost"/>
              </a:rPr>
              <a:t>Tools and Approach:</a:t>
            </a:r>
            <a:endParaRPr sz="1200">
              <a:solidFill>
                <a:schemeClr val="dk1"/>
              </a:solidFill>
              <a:latin typeface="Jost"/>
              <a:ea typeface="Jost"/>
              <a:cs typeface="Jost"/>
              <a:sym typeface="Jost"/>
            </a:endParaRPr>
          </a:p>
          <a:p>
            <a:pPr indent="-304800" lvl="0" marL="457200" rtl="0" algn="l">
              <a:spcBef>
                <a:spcPts val="0"/>
              </a:spcBef>
              <a:spcAft>
                <a:spcPts val="0"/>
              </a:spcAft>
              <a:buClr>
                <a:schemeClr val="dk1"/>
              </a:buClr>
              <a:buSzPts val="1200"/>
              <a:buFont typeface="Jost"/>
              <a:buChar char="-"/>
            </a:pPr>
            <a:r>
              <a:rPr lang="en" sz="1200">
                <a:solidFill>
                  <a:schemeClr val="dk1"/>
                </a:solidFill>
                <a:latin typeface="Jost"/>
                <a:ea typeface="Jost"/>
                <a:cs typeface="Jost"/>
                <a:sym typeface="Jost"/>
              </a:rPr>
              <a:t>Using OpenAI Codex as our main tool</a:t>
            </a:r>
            <a:endParaRPr sz="1200">
              <a:solidFill>
                <a:schemeClr val="dk1"/>
              </a:solidFill>
              <a:latin typeface="Jost"/>
              <a:ea typeface="Jost"/>
              <a:cs typeface="Jost"/>
              <a:sym typeface="Jost"/>
            </a:endParaRPr>
          </a:p>
          <a:p>
            <a:pPr indent="-304800" lvl="0" marL="457200" rtl="0" algn="l">
              <a:spcBef>
                <a:spcPts val="0"/>
              </a:spcBef>
              <a:spcAft>
                <a:spcPts val="0"/>
              </a:spcAft>
              <a:buClr>
                <a:schemeClr val="dk1"/>
              </a:buClr>
              <a:buSzPts val="1200"/>
              <a:buFont typeface="Jost"/>
              <a:buChar char="-"/>
            </a:pPr>
            <a:r>
              <a:rPr lang="en" sz="1200">
                <a:solidFill>
                  <a:schemeClr val="dk1"/>
                </a:solidFill>
                <a:latin typeface="Jost"/>
                <a:ea typeface="Jost"/>
                <a:cs typeface="Jost"/>
                <a:sym typeface="Jost"/>
              </a:rPr>
              <a:t>Work in small steps, not one big prompt</a:t>
            </a:r>
            <a:endParaRPr sz="1200">
              <a:solidFill>
                <a:schemeClr val="dk1"/>
              </a:solidFill>
              <a:latin typeface="Jost"/>
              <a:ea typeface="Jost"/>
              <a:cs typeface="Jost"/>
              <a:sym typeface="Jost"/>
            </a:endParaRPr>
          </a:p>
          <a:p>
            <a:pPr indent="-304800" lvl="0" marL="457200" rtl="0" algn="l">
              <a:spcBef>
                <a:spcPts val="0"/>
              </a:spcBef>
              <a:spcAft>
                <a:spcPts val="0"/>
              </a:spcAft>
              <a:buClr>
                <a:schemeClr val="dk1"/>
              </a:buClr>
              <a:buSzPts val="1200"/>
              <a:buFont typeface="Jost"/>
              <a:buChar char="-"/>
            </a:pPr>
            <a:r>
              <a:rPr lang="en" sz="1200">
                <a:solidFill>
                  <a:schemeClr val="dk1"/>
                </a:solidFill>
                <a:latin typeface="Jost"/>
                <a:ea typeface="Jost"/>
                <a:cs typeface="Jost"/>
                <a:sym typeface="Jost"/>
              </a:rPr>
              <a:t>Keep same changes unless we clearly log changes</a:t>
            </a:r>
            <a:endParaRPr sz="1200">
              <a:solidFill>
                <a:schemeClr val="dk1"/>
              </a:solidFill>
              <a:latin typeface="Jost"/>
              <a:ea typeface="Jost"/>
              <a:cs typeface="Jost"/>
              <a:sym typeface="Jost"/>
            </a:endParaRPr>
          </a:p>
          <a:p>
            <a:pPr indent="0" lvl="0" marL="0" rtl="0" algn="l">
              <a:spcBef>
                <a:spcPts val="0"/>
              </a:spcBef>
              <a:spcAft>
                <a:spcPts val="0"/>
              </a:spcAft>
              <a:buNone/>
            </a:pPr>
            <a:r>
              <a:t/>
            </a:r>
            <a:endParaRPr sz="1200">
              <a:solidFill>
                <a:schemeClr val="dk1"/>
              </a:solidFill>
              <a:latin typeface="Jost"/>
              <a:ea typeface="Jost"/>
              <a:cs typeface="Jost"/>
              <a:sym typeface="Jost"/>
            </a:endParaRPr>
          </a:p>
          <a:p>
            <a:pPr indent="0" lvl="0" marL="0" rtl="0" algn="l">
              <a:spcBef>
                <a:spcPts val="0"/>
              </a:spcBef>
              <a:spcAft>
                <a:spcPts val="0"/>
              </a:spcAft>
              <a:buNone/>
            </a:pPr>
            <a:r>
              <a:rPr lang="en" sz="1200">
                <a:solidFill>
                  <a:schemeClr val="dk1"/>
                </a:solidFill>
                <a:latin typeface="Jost"/>
                <a:ea typeface="Jost"/>
                <a:cs typeface="Jost"/>
                <a:sym typeface="Jost"/>
              </a:rPr>
              <a:t>3-Step Process:</a:t>
            </a:r>
            <a:endParaRPr sz="1200">
              <a:solidFill>
                <a:schemeClr val="dk1"/>
              </a:solidFill>
              <a:latin typeface="Jost"/>
              <a:ea typeface="Jost"/>
              <a:cs typeface="Jost"/>
              <a:sym typeface="Jost"/>
            </a:endParaRPr>
          </a:p>
          <a:p>
            <a:pPr indent="-304800" lvl="0" marL="457200" rtl="0" algn="l">
              <a:spcBef>
                <a:spcPts val="0"/>
              </a:spcBef>
              <a:spcAft>
                <a:spcPts val="0"/>
              </a:spcAft>
              <a:buClr>
                <a:schemeClr val="dk1"/>
              </a:buClr>
              <a:buSzPts val="1200"/>
              <a:buFont typeface="Jost"/>
              <a:buAutoNum type="arabicPeriod"/>
            </a:pPr>
            <a:r>
              <a:rPr lang="en" sz="1200">
                <a:solidFill>
                  <a:schemeClr val="dk1"/>
                </a:solidFill>
                <a:latin typeface="Jost"/>
                <a:ea typeface="Jost"/>
                <a:cs typeface="Jost"/>
                <a:sym typeface="Jost"/>
              </a:rPr>
              <a:t>Build Base Version</a:t>
            </a:r>
            <a:endParaRPr sz="1200">
              <a:solidFill>
                <a:schemeClr val="dk1"/>
              </a:solidFill>
              <a:latin typeface="Jost"/>
              <a:ea typeface="Jost"/>
              <a:cs typeface="Jost"/>
              <a:sym typeface="Jost"/>
            </a:endParaRPr>
          </a:p>
          <a:p>
            <a:pPr indent="-304800" lvl="1" marL="914400" rtl="0" algn="l">
              <a:spcBef>
                <a:spcPts val="0"/>
              </a:spcBef>
              <a:spcAft>
                <a:spcPts val="0"/>
              </a:spcAft>
              <a:buClr>
                <a:schemeClr val="dk1"/>
              </a:buClr>
              <a:buSzPts val="1200"/>
              <a:buFont typeface="Jost"/>
              <a:buAutoNum type="alphaLcPeriod"/>
            </a:pPr>
            <a:r>
              <a:rPr lang="en" sz="1200">
                <a:solidFill>
                  <a:schemeClr val="dk1"/>
                </a:solidFill>
                <a:latin typeface="Jost"/>
                <a:ea typeface="Jost"/>
                <a:cs typeface="Jost"/>
                <a:sym typeface="Jost"/>
              </a:rPr>
              <a:t>Generate simple working slot machine (HTML, CSS, JS)</a:t>
            </a:r>
            <a:endParaRPr sz="1200">
              <a:solidFill>
                <a:schemeClr val="dk1"/>
              </a:solidFill>
              <a:latin typeface="Jost"/>
              <a:ea typeface="Jost"/>
              <a:cs typeface="Jost"/>
              <a:sym typeface="Jost"/>
            </a:endParaRPr>
          </a:p>
          <a:p>
            <a:pPr indent="-304800" lvl="0" marL="457200" rtl="0" algn="l">
              <a:spcBef>
                <a:spcPts val="0"/>
              </a:spcBef>
              <a:spcAft>
                <a:spcPts val="0"/>
              </a:spcAft>
              <a:buClr>
                <a:schemeClr val="dk1"/>
              </a:buClr>
              <a:buSzPts val="1200"/>
              <a:buFont typeface="Jost"/>
              <a:buAutoNum type="arabicPeriod"/>
            </a:pPr>
            <a:r>
              <a:rPr lang="en" sz="1200">
                <a:solidFill>
                  <a:schemeClr val="dk1"/>
                </a:solidFill>
                <a:latin typeface="Jost"/>
                <a:ea typeface="Jost"/>
                <a:cs typeface="Jost"/>
                <a:sym typeface="Jost"/>
              </a:rPr>
              <a:t>Improve with Research</a:t>
            </a:r>
            <a:endParaRPr sz="1200">
              <a:solidFill>
                <a:schemeClr val="dk1"/>
              </a:solidFill>
              <a:latin typeface="Jost"/>
              <a:ea typeface="Jost"/>
              <a:cs typeface="Jost"/>
              <a:sym typeface="Jost"/>
            </a:endParaRPr>
          </a:p>
          <a:p>
            <a:pPr indent="-304800" lvl="1" marL="914400" rtl="0" algn="l">
              <a:spcBef>
                <a:spcPts val="0"/>
              </a:spcBef>
              <a:spcAft>
                <a:spcPts val="0"/>
              </a:spcAft>
              <a:buClr>
                <a:schemeClr val="dk1"/>
              </a:buClr>
              <a:buSzPts val="1200"/>
              <a:buFont typeface="Jost"/>
              <a:buAutoNum type="alphaLcPeriod"/>
            </a:pPr>
            <a:r>
              <a:rPr lang="en" sz="1200">
                <a:solidFill>
                  <a:schemeClr val="dk1"/>
                </a:solidFill>
                <a:latin typeface="Jost"/>
                <a:ea typeface="Jost"/>
                <a:cs typeface="Jost"/>
                <a:sym typeface="Jost"/>
              </a:rPr>
              <a:t>Make it fun, casual, low-risk</a:t>
            </a:r>
            <a:endParaRPr sz="1200">
              <a:solidFill>
                <a:schemeClr val="dk1"/>
              </a:solidFill>
              <a:latin typeface="Jost"/>
              <a:ea typeface="Jost"/>
              <a:cs typeface="Jost"/>
              <a:sym typeface="Jost"/>
            </a:endParaRPr>
          </a:p>
          <a:p>
            <a:pPr indent="-304800" lvl="1" marL="914400" rtl="0" algn="l">
              <a:spcBef>
                <a:spcPts val="0"/>
              </a:spcBef>
              <a:spcAft>
                <a:spcPts val="0"/>
              </a:spcAft>
              <a:buClr>
                <a:schemeClr val="dk1"/>
              </a:buClr>
              <a:buSzPts val="1200"/>
              <a:buFont typeface="Jost"/>
              <a:buAutoNum type="alphaLcPeriod"/>
            </a:pPr>
            <a:r>
              <a:rPr lang="en" sz="1200">
                <a:solidFill>
                  <a:schemeClr val="dk1"/>
                </a:solidFill>
                <a:latin typeface="Jost"/>
                <a:ea typeface="Jost"/>
                <a:cs typeface="Jost"/>
                <a:sym typeface="Jost"/>
              </a:rPr>
              <a:t>Add visuals, feedback, progression</a:t>
            </a:r>
            <a:endParaRPr sz="1200">
              <a:solidFill>
                <a:schemeClr val="dk1"/>
              </a:solidFill>
              <a:latin typeface="Jost"/>
              <a:ea typeface="Jost"/>
              <a:cs typeface="Jost"/>
              <a:sym typeface="Jost"/>
            </a:endParaRPr>
          </a:p>
          <a:p>
            <a:pPr indent="-304800" lvl="0" marL="457200" rtl="0" algn="l">
              <a:spcBef>
                <a:spcPts val="0"/>
              </a:spcBef>
              <a:spcAft>
                <a:spcPts val="0"/>
              </a:spcAft>
              <a:buClr>
                <a:schemeClr val="dk1"/>
              </a:buClr>
              <a:buSzPts val="1200"/>
              <a:buFont typeface="Jost"/>
              <a:buAutoNum type="arabicPeriod"/>
            </a:pPr>
            <a:r>
              <a:rPr lang="en" sz="1200">
                <a:solidFill>
                  <a:schemeClr val="dk1"/>
                </a:solidFill>
                <a:latin typeface="Jost"/>
                <a:ea typeface="Jost"/>
                <a:cs typeface="Jost"/>
                <a:sym typeface="Jost"/>
              </a:rPr>
              <a:t>Refactor &amp; Test</a:t>
            </a:r>
            <a:endParaRPr sz="1200">
              <a:solidFill>
                <a:schemeClr val="dk1"/>
              </a:solidFill>
              <a:latin typeface="Jost"/>
              <a:ea typeface="Jost"/>
              <a:cs typeface="Jost"/>
              <a:sym typeface="Jost"/>
            </a:endParaRPr>
          </a:p>
          <a:p>
            <a:pPr indent="-304800" lvl="1" marL="914400" rtl="0" algn="l">
              <a:spcBef>
                <a:spcPts val="0"/>
              </a:spcBef>
              <a:spcAft>
                <a:spcPts val="0"/>
              </a:spcAft>
              <a:buClr>
                <a:schemeClr val="dk1"/>
              </a:buClr>
              <a:buSzPts val="1200"/>
              <a:buFont typeface="Jost"/>
              <a:buAutoNum type="alphaLcPeriod"/>
            </a:pPr>
            <a:r>
              <a:rPr lang="en" sz="1200">
                <a:solidFill>
                  <a:schemeClr val="dk1"/>
                </a:solidFill>
                <a:latin typeface="Jost"/>
                <a:ea typeface="Jost"/>
                <a:cs typeface="Jost"/>
                <a:sym typeface="Jost"/>
              </a:rPr>
              <a:t>Clean code and better structure</a:t>
            </a:r>
            <a:endParaRPr sz="1200">
              <a:solidFill>
                <a:schemeClr val="dk1"/>
              </a:solidFill>
              <a:latin typeface="Jost"/>
              <a:ea typeface="Jost"/>
              <a:cs typeface="Jost"/>
              <a:sym typeface="Jost"/>
            </a:endParaRPr>
          </a:p>
          <a:p>
            <a:pPr indent="-304800" lvl="1" marL="914400" rtl="0" algn="l">
              <a:spcBef>
                <a:spcPts val="0"/>
              </a:spcBef>
              <a:spcAft>
                <a:spcPts val="0"/>
              </a:spcAft>
              <a:buClr>
                <a:schemeClr val="dk1"/>
              </a:buClr>
              <a:buSzPts val="1200"/>
              <a:buFont typeface="Jost"/>
              <a:buAutoNum type="alphaLcPeriod"/>
            </a:pPr>
            <a:r>
              <a:rPr lang="en" sz="1200">
                <a:solidFill>
                  <a:schemeClr val="dk1"/>
                </a:solidFill>
                <a:latin typeface="Jost"/>
                <a:ea typeface="Jost"/>
                <a:cs typeface="Jost"/>
                <a:sym typeface="Jost"/>
              </a:rPr>
              <a:t>Handle edge cases</a:t>
            </a:r>
            <a:endParaRPr sz="1200">
              <a:solidFill>
                <a:schemeClr val="dk1"/>
              </a:solidFill>
              <a:latin typeface="Jost"/>
              <a:ea typeface="Jost"/>
              <a:cs typeface="Jost"/>
              <a:sym typeface="Jost"/>
            </a:endParaRPr>
          </a:p>
          <a:p>
            <a:pPr indent="-304800" lvl="1" marL="914400" rtl="0" algn="l">
              <a:spcBef>
                <a:spcPts val="0"/>
              </a:spcBef>
              <a:spcAft>
                <a:spcPts val="0"/>
              </a:spcAft>
              <a:buClr>
                <a:schemeClr val="dk1"/>
              </a:buClr>
              <a:buSzPts val="1200"/>
              <a:buFont typeface="Jost"/>
              <a:buAutoNum type="alphaLcPeriod"/>
            </a:pPr>
            <a:r>
              <a:rPr lang="en" sz="1200">
                <a:solidFill>
                  <a:schemeClr val="dk1"/>
                </a:solidFill>
                <a:latin typeface="Jost"/>
                <a:ea typeface="Jost"/>
                <a:cs typeface="Jost"/>
                <a:sym typeface="Jost"/>
              </a:rPr>
              <a:t>Add comments and basic tests</a:t>
            </a:r>
            <a:endParaRPr sz="1200">
              <a:solidFill>
                <a:schemeClr val="dk1"/>
              </a:solidFill>
              <a:latin typeface="Jost"/>
              <a:ea typeface="Jost"/>
              <a:cs typeface="Jost"/>
              <a:sym typeface="Jost"/>
            </a:endParaRPr>
          </a:p>
          <a:p>
            <a:pPr indent="0" lvl="0" marL="0" rtl="0" algn="l">
              <a:spcBef>
                <a:spcPts val="0"/>
              </a:spcBef>
              <a:spcAft>
                <a:spcPts val="0"/>
              </a:spcAft>
              <a:buNone/>
            </a:pPr>
            <a:r>
              <a:t/>
            </a:r>
            <a:endParaRPr sz="1200">
              <a:solidFill>
                <a:schemeClr val="dk1"/>
              </a:solidFill>
              <a:latin typeface="Jost"/>
              <a:ea typeface="Jost"/>
              <a:cs typeface="Jost"/>
              <a:sym typeface="Jost"/>
            </a:endParaRPr>
          </a:p>
          <a:p>
            <a:pPr indent="0" lvl="0" marL="0" rtl="0" algn="l">
              <a:spcBef>
                <a:spcPts val="0"/>
              </a:spcBef>
              <a:spcAft>
                <a:spcPts val="0"/>
              </a:spcAft>
              <a:buNone/>
            </a:pPr>
            <a:r>
              <a:rPr lang="en" sz="1200">
                <a:solidFill>
                  <a:schemeClr val="dk1"/>
                </a:solidFill>
                <a:latin typeface="Jost"/>
                <a:ea typeface="Jost"/>
                <a:cs typeface="Jost"/>
                <a:sym typeface="Jost"/>
              </a:rPr>
              <a:t>How We Use AI:</a:t>
            </a:r>
            <a:endParaRPr sz="1200">
              <a:solidFill>
                <a:schemeClr val="dk1"/>
              </a:solidFill>
              <a:latin typeface="Jost"/>
              <a:ea typeface="Jost"/>
              <a:cs typeface="Jost"/>
              <a:sym typeface="Jost"/>
            </a:endParaRPr>
          </a:p>
          <a:p>
            <a:pPr indent="-304800" lvl="0" marL="457200" rtl="0" algn="l">
              <a:spcBef>
                <a:spcPts val="0"/>
              </a:spcBef>
              <a:spcAft>
                <a:spcPts val="0"/>
              </a:spcAft>
              <a:buClr>
                <a:schemeClr val="dk1"/>
              </a:buClr>
              <a:buSzPts val="1200"/>
              <a:buFont typeface="Jost"/>
              <a:buChar char="-"/>
            </a:pPr>
            <a:r>
              <a:rPr lang="en" sz="1200">
                <a:solidFill>
                  <a:schemeClr val="dk1"/>
                </a:solidFill>
                <a:latin typeface="Jost"/>
                <a:ea typeface="Jost"/>
                <a:cs typeface="Jost"/>
                <a:sym typeface="Jost"/>
              </a:rPr>
              <a:t>Prompt → Test → Log Results</a:t>
            </a:r>
            <a:endParaRPr sz="1200">
              <a:solidFill>
                <a:schemeClr val="dk1"/>
              </a:solidFill>
              <a:latin typeface="Jost"/>
              <a:ea typeface="Jost"/>
              <a:cs typeface="Jost"/>
              <a:sym typeface="Jost"/>
            </a:endParaRPr>
          </a:p>
          <a:p>
            <a:pPr indent="-304800" lvl="0" marL="457200" rtl="0" algn="l">
              <a:spcBef>
                <a:spcPts val="0"/>
              </a:spcBef>
              <a:spcAft>
                <a:spcPts val="0"/>
              </a:spcAft>
              <a:buClr>
                <a:schemeClr val="dk1"/>
              </a:buClr>
              <a:buSzPts val="1200"/>
              <a:buFont typeface="Jost"/>
              <a:buChar char="-"/>
            </a:pPr>
            <a:r>
              <a:rPr lang="en" sz="1200">
                <a:solidFill>
                  <a:schemeClr val="dk1"/>
                </a:solidFill>
                <a:latin typeface="Jost"/>
                <a:ea typeface="Jost"/>
                <a:cs typeface="Jost"/>
                <a:sym typeface="Jost"/>
              </a:rPr>
              <a:t>Track: what worked, failed, learned</a:t>
            </a:r>
            <a:endParaRPr sz="1200">
              <a:solidFill>
                <a:schemeClr val="dk1"/>
              </a:solidFill>
              <a:latin typeface="Jost"/>
              <a:ea typeface="Jost"/>
              <a:cs typeface="Jost"/>
              <a:sym typeface="Jost"/>
            </a:endParaRPr>
          </a:p>
          <a:p>
            <a:pPr indent="0" lvl="0" marL="0" rtl="0" algn="l">
              <a:spcBef>
                <a:spcPts val="0"/>
              </a:spcBef>
              <a:spcAft>
                <a:spcPts val="0"/>
              </a:spcAft>
              <a:buNone/>
            </a:pPr>
            <a:r>
              <a:t/>
            </a:r>
            <a:endParaRPr sz="1200">
              <a:solidFill>
                <a:schemeClr val="dk1"/>
              </a:solidFill>
              <a:latin typeface="Jost"/>
              <a:ea typeface="Jost"/>
              <a:cs typeface="Jost"/>
              <a:sym typeface="Jost"/>
            </a:endParaRPr>
          </a:p>
          <a:p>
            <a:pPr indent="0" lvl="0" marL="0" rtl="0" algn="l">
              <a:spcBef>
                <a:spcPts val="0"/>
              </a:spcBef>
              <a:spcAft>
                <a:spcPts val="0"/>
              </a:spcAft>
              <a:buNone/>
            </a:pPr>
            <a:r>
              <a:rPr lang="en" sz="1200">
                <a:solidFill>
                  <a:schemeClr val="dk1"/>
                </a:solidFill>
                <a:latin typeface="Jost"/>
                <a:ea typeface="Jost"/>
                <a:cs typeface="Jost"/>
                <a:sym typeface="Jost"/>
              </a:rPr>
              <a:t>Goal: Build a fun app while showing a clear, iterative AI workflow</a:t>
            </a:r>
            <a:endParaRPr sz="1200">
              <a:solidFill>
                <a:schemeClr val="dk1"/>
              </a:solidFill>
              <a:latin typeface="Jost"/>
              <a:ea typeface="Jost"/>
              <a:cs typeface="Jost"/>
              <a:sym typeface="Jost"/>
            </a:endParaRPr>
          </a:p>
          <a:p>
            <a:pPr indent="0" lvl="0" marL="0" rtl="0" algn="l">
              <a:spcBef>
                <a:spcPts val="0"/>
              </a:spcBef>
              <a:spcAft>
                <a:spcPts val="0"/>
              </a:spcAft>
              <a:buNone/>
            </a:pPr>
            <a:r>
              <a:t/>
            </a:r>
            <a:endParaRPr sz="1200">
              <a:solidFill>
                <a:schemeClr val="dk1"/>
              </a:solidFill>
              <a:latin typeface="Jost"/>
              <a:ea typeface="Jost"/>
              <a:cs typeface="Jost"/>
              <a:sym typeface="Jost"/>
            </a:endParaRPr>
          </a:p>
        </p:txBody>
      </p:sp>
      <p:sp>
        <p:nvSpPr>
          <p:cNvPr id="468" name="Google Shape;468;p51"/>
          <p:cNvSpPr txBox="1"/>
          <p:nvPr/>
        </p:nvSpPr>
        <p:spPr>
          <a:xfrm>
            <a:off x="5370650" y="104175"/>
            <a:ext cx="3773400" cy="503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Jost"/>
                <a:ea typeface="Jost"/>
                <a:cs typeface="Jost"/>
                <a:sym typeface="Jost"/>
              </a:rPr>
              <a:t>Prompt Examples: </a:t>
            </a:r>
            <a:endParaRPr sz="1000">
              <a:solidFill>
                <a:schemeClr val="dk1"/>
              </a:solidFill>
              <a:latin typeface="Jost"/>
              <a:ea typeface="Jost"/>
              <a:cs typeface="Jost"/>
              <a:sym typeface="Jost"/>
            </a:endParaRPr>
          </a:p>
          <a:p>
            <a:pPr indent="0" lvl="0" marL="0" rtl="0" algn="l">
              <a:spcBef>
                <a:spcPts val="0"/>
              </a:spcBef>
              <a:spcAft>
                <a:spcPts val="0"/>
              </a:spcAft>
              <a:buNone/>
            </a:pPr>
            <a:r>
              <a:rPr lang="en" sz="1000">
                <a:solidFill>
                  <a:schemeClr val="dk1"/>
                </a:solidFill>
                <a:latin typeface="Times New Roman"/>
                <a:ea typeface="Times New Roman"/>
                <a:cs typeface="Times New Roman"/>
                <a:sym typeface="Times New Roman"/>
              </a:rPr>
              <a:t>Start: </a:t>
            </a:r>
            <a:endParaRPr sz="1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000">
                <a:solidFill>
                  <a:schemeClr val="dk1"/>
                </a:solidFill>
                <a:latin typeface="Times New Roman"/>
                <a:ea typeface="Times New Roman"/>
                <a:cs typeface="Times New Roman"/>
                <a:sym typeface="Times New Roman"/>
              </a:rPr>
              <a:t>Create a slot machine app that uses vanilla web technology like HTML, CSS, JavaScript, and platform APIs. The slot machine should make fun of AI, as in you are winning tokens and spending tokens.</a:t>
            </a:r>
            <a:endParaRPr sz="1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000">
                <a:solidFill>
                  <a:schemeClr val="dk1"/>
                </a:solidFill>
                <a:latin typeface="Times New Roman"/>
                <a:ea typeface="Times New Roman"/>
                <a:cs typeface="Times New Roman"/>
                <a:sym typeface="Times New Roman"/>
              </a:rPr>
              <a:t>Run #3</a:t>
            </a:r>
            <a:endParaRPr sz="1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000">
                <a:solidFill>
                  <a:schemeClr val="dk1"/>
                </a:solidFill>
                <a:latin typeface="Times New Roman"/>
                <a:ea typeface="Times New Roman"/>
                <a:cs typeface="Times New Roman"/>
                <a:sym typeface="Times New Roman"/>
              </a:rPr>
              <a:t>Review this slot machine app and improve its software engineering quality. Keep working features intact unless necessary. Refactor for meaningful names, smaller functions, less duplicate code, and clearer modular structure. Add JSDoc comments with type annotations for the main JavaScript functions. Help handle simple edge cases and errors. Add or suggest basic unit tests for the core game logic and token system. Also help prepare the code so it can pass linting and validation checks for HTML, CSS, and JavaScript.</a:t>
            </a:r>
            <a:endParaRPr sz="1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000">
                <a:solidFill>
                  <a:schemeClr val="dk1"/>
                </a:solidFill>
                <a:latin typeface="Times New Roman"/>
                <a:ea typeface="Times New Roman"/>
                <a:cs typeface="Times New Roman"/>
                <a:sym typeface="Times New Roman"/>
              </a:rPr>
              <a:t>Run #10</a:t>
            </a:r>
            <a:endParaRPr sz="10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lt1"/>
              </a:buClr>
              <a:buSzPts val="1100"/>
              <a:buFont typeface="Arial"/>
              <a:buNone/>
            </a:pPr>
            <a:r>
              <a:rPr lang="en" sz="1000">
                <a:solidFill>
                  <a:srgbClr val="FFFFFF"/>
                </a:solidFill>
                <a:latin typeface="Times New Roman"/>
                <a:ea typeface="Times New Roman"/>
                <a:cs typeface="Times New Roman"/>
                <a:sym typeface="Times New Roman"/>
              </a:rPr>
              <a:t> Take this application and make the following changes: For the How to Play and Mechanics Explanation section, Give it its own Icon and make it minimizable, have it as a modal that is clickable by the user in order to prompt a pop-up instead of it constantly being visible. For the theme switch section, give it its own area on the left side. For the risk board, add the icons associated with the conditions. Include a settings bar that allows the user to change the theme and volume of the game. Remove the text underneath each symbol of the reel. Universal Icons for specific case point combinations, as an example the Cherry, Diamond and Lucky 7 symbols are shared across all themes. Change the color of “Theme Slot Cabinet” so that it is more visible. Change the music based off of the given theme that is currently selected. Ensure that the theme is not 12 notes repeated constantly. </a:t>
            </a:r>
            <a:endParaRPr sz="1000">
              <a:solidFill>
                <a:srgbClr val="FFFFFF"/>
              </a:solidFill>
              <a:latin typeface="Times New Roman"/>
              <a:ea typeface="Times New Roman"/>
              <a:cs typeface="Times New Roman"/>
              <a:sym typeface="Times New Roman"/>
            </a:endParaRPr>
          </a:p>
          <a:p>
            <a:pPr indent="0" lvl="0" marL="0" rtl="0" algn="l">
              <a:spcBef>
                <a:spcPts val="0"/>
              </a:spcBef>
              <a:spcAft>
                <a:spcPts val="0"/>
              </a:spcAft>
              <a:buNone/>
            </a:pPr>
            <a:r>
              <a:t/>
            </a:r>
            <a:endParaRPr sz="1000">
              <a:solidFill>
                <a:schemeClr val="dk1"/>
              </a:solidFill>
              <a:latin typeface="Jost"/>
              <a:ea typeface="Jost"/>
              <a:cs typeface="Jost"/>
              <a:sym typeface="Jost"/>
            </a:endParaRPr>
          </a:p>
        </p:txBody>
      </p:sp>
      <p:sp>
        <p:nvSpPr>
          <p:cNvPr id="469" name="Google Shape;469;p51"/>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CSStress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52"/>
          <p:cNvSpPr txBox="1"/>
          <p:nvPr>
            <p:ph type="title"/>
          </p:nvPr>
        </p:nvSpPr>
        <p:spPr>
          <a:xfrm>
            <a:off x="230075" y="58625"/>
            <a:ext cx="2500500" cy="172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BUSINESS ROADMAP</a:t>
            </a:r>
            <a:endParaRPr/>
          </a:p>
        </p:txBody>
      </p:sp>
      <p:sp>
        <p:nvSpPr>
          <p:cNvPr id="475" name="Google Shape;475;p52"/>
          <p:cNvSpPr txBox="1"/>
          <p:nvPr>
            <p:ph idx="16" type="title"/>
          </p:nvPr>
        </p:nvSpPr>
        <p:spPr>
          <a:xfrm>
            <a:off x="6414875" y="58625"/>
            <a:ext cx="2500500" cy="172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CSStress</a:t>
            </a:r>
            <a:endParaRPr/>
          </a:p>
        </p:txBody>
      </p:sp>
      <p:sp>
        <p:nvSpPr>
          <p:cNvPr id="476" name="Google Shape;476;p52"/>
          <p:cNvSpPr txBox="1"/>
          <p:nvPr>
            <p:ph idx="17" type="title"/>
          </p:nvPr>
        </p:nvSpPr>
        <p:spPr>
          <a:xfrm>
            <a:off x="228600" y="457200"/>
            <a:ext cx="41604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The 20 Runs - Key Miliestions</a:t>
            </a:r>
            <a:endParaRPr/>
          </a:p>
        </p:txBody>
      </p:sp>
      <p:sp>
        <p:nvSpPr>
          <p:cNvPr id="477" name="Google Shape;477;p52"/>
          <p:cNvSpPr/>
          <p:nvPr/>
        </p:nvSpPr>
        <p:spPr>
          <a:xfrm>
            <a:off x="328050" y="993150"/>
            <a:ext cx="1777800" cy="1804500"/>
          </a:xfrm>
          <a:prstGeom prst="roundRect">
            <a:avLst>
              <a:gd fmla="val 3071" name="adj"/>
            </a:avLst>
          </a:prstGeom>
          <a:solidFill>
            <a:schemeClr val="lt1"/>
          </a:solidFill>
          <a:ln>
            <a:noFill/>
          </a:ln>
          <a:effectLst>
            <a:outerShdw blurRad="221979" rotWithShape="0" algn="bl">
              <a:schemeClr val="dk1">
                <a:alpha val="58000"/>
              </a:schemeClr>
            </a:outerShdw>
          </a:effectLst>
        </p:spPr>
        <p:txBody>
          <a:bodyPr anchorCtr="0" anchor="ctr" bIns="118375" lIns="118375" spcFirstLastPara="1" rIns="118375" wrap="square" tIns="118375">
            <a:noAutofit/>
          </a:bodyPr>
          <a:lstStyle/>
          <a:p>
            <a:pPr indent="0" lvl="0" marL="0" rtl="0" algn="l">
              <a:spcBef>
                <a:spcPts val="0"/>
              </a:spcBef>
              <a:spcAft>
                <a:spcPts val="0"/>
              </a:spcAft>
              <a:buNone/>
            </a:pPr>
            <a:r>
              <a:t/>
            </a:r>
            <a:endParaRPr sz="1100">
              <a:solidFill>
                <a:schemeClr val="dk1"/>
              </a:solidFill>
              <a:latin typeface="Jost"/>
              <a:ea typeface="Jost"/>
              <a:cs typeface="Jost"/>
              <a:sym typeface="Jost"/>
            </a:endParaRPr>
          </a:p>
          <a:p>
            <a:pPr indent="0" lvl="0" marL="0" rtl="0" algn="l">
              <a:spcBef>
                <a:spcPts val="0"/>
              </a:spcBef>
              <a:spcAft>
                <a:spcPts val="0"/>
              </a:spcAft>
              <a:buNone/>
            </a:pPr>
            <a:r>
              <a:t/>
            </a:r>
            <a:endParaRPr sz="1100">
              <a:solidFill>
                <a:schemeClr val="dk1"/>
              </a:solidFill>
              <a:latin typeface="Jost"/>
              <a:ea typeface="Jost"/>
              <a:cs typeface="Jost"/>
              <a:sym typeface="Jost"/>
            </a:endParaRPr>
          </a:p>
        </p:txBody>
      </p:sp>
      <p:sp>
        <p:nvSpPr>
          <p:cNvPr id="478" name="Google Shape;478;p52"/>
          <p:cNvSpPr txBox="1"/>
          <p:nvPr>
            <p:ph idx="15" type="body"/>
          </p:nvPr>
        </p:nvSpPr>
        <p:spPr>
          <a:xfrm>
            <a:off x="328050" y="942900"/>
            <a:ext cx="1777800" cy="1582200"/>
          </a:xfrm>
          <a:prstGeom prst="rect">
            <a:avLst/>
          </a:prstGeom>
        </p:spPr>
        <p:txBody>
          <a:bodyPr anchorCtr="0" anchor="t" bIns="118375" lIns="118375" spcFirstLastPara="1" rIns="118375" wrap="square" tIns="118375">
            <a:spAutoFit/>
          </a:bodyPr>
          <a:lstStyle/>
          <a:p>
            <a:pPr indent="0" lvl="0" marL="0" rtl="0" algn="l">
              <a:spcBef>
                <a:spcPts val="0"/>
              </a:spcBef>
              <a:spcAft>
                <a:spcPts val="0"/>
              </a:spcAft>
              <a:buNone/>
            </a:pPr>
            <a:r>
              <a:rPr lang="en" sz="1300"/>
              <a:t>Run 1-2</a:t>
            </a:r>
            <a:endParaRPr sz="1300"/>
          </a:p>
          <a:p>
            <a:pPr indent="0" lvl="0" marL="0" rtl="0" algn="l">
              <a:lnSpc>
                <a:spcPct val="115000"/>
              </a:lnSpc>
              <a:spcBef>
                <a:spcPts val="0"/>
              </a:spcBef>
              <a:spcAft>
                <a:spcPts val="0"/>
              </a:spcAft>
              <a:buClr>
                <a:schemeClr val="lt1"/>
              </a:buClr>
              <a:buSzPts val="1100"/>
              <a:buFont typeface="Arial"/>
              <a:buNone/>
            </a:pPr>
            <a:r>
              <a:t/>
            </a:r>
            <a:endParaRPr sz="1100"/>
          </a:p>
          <a:p>
            <a:pPr indent="0" lvl="0" marL="0" rtl="0" algn="l">
              <a:lnSpc>
                <a:spcPct val="115000"/>
              </a:lnSpc>
              <a:spcBef>
                <a:spcPts val="0"/>
              </a:spcBef>
              <a:spcAft>
                <a:spcPts val="0"/>
              </a:spcAft>
              <a:buClr>
                <a:schemeClr val="lt1"/>
              </a:buClr>
              <a:buSzPts val="1100"/>
              <a:buFont typeface="Arial"/>
              <a:buNone/>
            </a:pPr>
            <a:r>
              <a:rPr lang="en" sz="1100"/>
              <a:t>Token Furnace 3000. Basic slot machine with AI token theme, colorful UI, intro copy.</a:t>
            </a:r>
            <a:endParaRPr sz="1100"/>
          </a:p>
          <a:p>
            <a:pPr indent="0" lvl="0" marL="0" rtl="0" algn="l">
              <a:spcBef>
                <a:spcPts val="0"/>
              </a:spcBef>
              <a:spcAft>
                <a:spcPts val="0"/>
              </a:spcAft>
              <a:buNone/>
            </a:pPr>
            <a:r>
              <a:t/>
            </a:r>
            <a:endParaRPr sz="1100"/>
          </a:p>
        </p:txBody>
      </p:sp>
      <p:sp>
        <p:nvSpPr>
          <p:cNvPr id="479" name="Google Shape;479;p52"/>
          <p:cNvSpPr/>
          <p:nvPr/>
        </p:nvSpPr>
        <p:spPr>
          <a:xfrm>
            <a:off x="2560800" y="993150"/>
            <a:ext cx="1777800" cy="1804500"/>
          </a:xfrm>
          <a:prstGeom prst="roundRect">
            <a:avLst>
              <a:gd fmla="val 3071" name="adj"/>
            </a:avLst>
          </a:prstGeom>
          <a:solidFill>
            <a:schemeClr val="lt1"/>
          </a:solidFill>
          <a:ln>
            <a:noFill/>
          </a:ln>
          <a:effectLst>
            <a:outerShdw blurRad="221979" rotWithShape="0" algn="bl">
              <a:schemeClr val="dk1">
                <a:alpha val="58000"/>
              </a:schemeClr>
            </a:outerShdw>
          </a:effectLst>
        </p:spPr>
        <p:txBody>
          <a:bodyPr anchorCtr="0" anchor="ctr" bIns="118375" lIns="118375" spcFirstLastPara="1" rIns="118375" wrap="square" tIns="118375">
            <a:noAutofit/>
          </a:bodyPr>
          <a:lstStyle/>
          <a:p>
            <a:pPr indent="0" lvl="0" marL="0" rtl="0" algn="l">
              <a:spcBef>
                <a:spcPts val="0"/>
              </a:spcBef>
              <a:spcAft>
                <a:spcPts val="0"/>
              </a:spcAft>
              <a:buNone/>
            </a:pPr>
            <a:r>
              <a:t/>
            </a:r>
            <a:endParaRPr sz="1100">
              <a:solidFill>
                <a:schemeClr val="dk1"/>
              </a:solidFill>
              <a:latin typeface="Jost"/>
              <a:ea typeface="Jost"/>
              <a:cs typeface="Jost"/>
              <a:sym typeface="Jost"/>
            </a:endParaRPr>
          </a:p>
          <a:p>
            <a:pPr indent="0" lvl="0" marL="0" rtl="0" algn="l">
              <a:spcBef>
                <a:spcPts val="0"/>
              </a:spcBef>
              <a:spcAft>
                <a:spcPts val="0"/>
              </a:spcAft>
              <a:buNone/>
            </a:pPr>
            <a:r>
              <a:t/>
            </a:r>
            <a:endParaRPr sz="1100">
              <a:solidFill>
                <a:schemeClr val="dk1"/>
              </a:solidFill>
              <a:latin typeface="Jost"/>
              <a:ea typeface="Jost"/>
              <a:cs typeface="Jost"/>
              <a:sym typeface="Jost"/>
            </a:endParaRPr>
          </a:p>
        </p:txBody>
      </p:sp>
      <p:sp>
        <p:nvSpPr>
          <p:cNvPr id="480" name="Google Shape;480;p52"/>
          <p:cNvSpPr txBox="1"/>
          <p:nvPr>
            <p:ph idx="15" type="body"/>
          </p:nvPr>
        </p:nvSpPr>
        <p:spPr>
          <a:xfrm>
            <a:off x="2560800" y="993150"/>
            <a:ext cx="1777800" cy="1582200"/>
          </a:xfrm>
          <a:prstGeom prst="rect">
            <a:avLst/>
          </a:prstGeom>
        </p:spPr>
        <p:txBody>
          <a:bodyPr anchorCtr="0" anchor="t" bIns="118375" lIns="118375" spcFirstLastPara="1" rIns="118375" wrap="square" tIns="118375">
            <a:spAutoFit/>
          </a:bodyPr>
          <a:lstStyle/>
          <a:p>
            <a:pPr indent="0" lvl="0" marL="0" rtl="0" algn="l">
              <a:spcBef>
                <a:spcPts val="0"/>
              </a:spcBef>
              <a:spcAft>
                <a:spcPts val="0"/>
              </a:spcAft>
              <a:buNone/>
            </a:pPr>
            <a:r>
              <a:rPr lang="en" sz="1300"/>
              <a:t>Run 3</a:t>
            </a:r>
            <a:endParaRPr sz="1300"/>
          </a:p>
          <a:p>
            <a:pPr indent="0" lvl="0" marL="0" rtl="0" algn="l">
              <a:lnSpc>
                <a:spcPct val="115000"/>
              </a:lnSpc>
              <a:spcBef>
                <a:spcPts val="0"/>
              </a:spcBef>
              <a:spcAft>
                <a:spcPts val="0"/>
              </a:spcAft>
              <a:buClr>
                <a:schemeClr val="lt1"/>
              </a:buClr>
              <a:buSzPts val="1100"/>
              <a:buFont typeface="Arial"/>
              <a:buNone/>
            </a:pPr>
            <a:r>
              <a:t/>
            </a:r>
            <a:endParaRPr sz="1100"/>
          </a:p>
          <a:p>
            <a:pPr indent="0" lvl="0" marL="0" rtl="0" algn="l">
              <a:lnSpc>
                <a:spcPct val="115000"/>
              </a:lnSpc>
              <a:spcBef>
                <a:spcPts val="0"/>
              </a:spcBef>
              <a:spcAft>
                <a:spcPts val="0"/>
              </a:spcAft>
              <a:buClr>
                <a:schemeClr val="lt1"/>
              </a:buClr>
              <a:buSzPts val="1100"/>
              <a:buFont typeface="Arial"/>
              <a:buNone/>
            </a:pPr>
            <a:r>
              <a:rPr lang="en" sz="1100"/>
              <a:t>game-logic.js extracted. JSDoc type annotations, modular pure functions, unit tests added.</a:t>
            </a:r>
            <a:endParaRPr sz="1100"/>
          </a:p>
          <a:p>
            <a:pPr indent="0" lvl="0" marL="0" rtl="0" algn="l">
              <a:spcBef>
                <a:spcPts val="0"/>
              </a:spcBef>
              <a:spcAft>
                <a:spcPts val="0"/>
              </a:spcAft>
              <a:buNone/>
            </a:pPr>
            <a:r>
              <a:t/>
            </a:r>
            <a:endParaRPr sz="1100"/>
          </a:p>
        </p:txBody>
      </p:sp>
      <p:sp>
        <p:nvSpPr>
          <p:cNvPr id="481" name="Google Shape;481;p52"/>
          <p:cNvSpPr/>
          <p:nvPr/>
        </p:nvSpPr>
        <p:spPr>
          <a:xfrm>
            <a:off x="4849200" y="993150"/>
            <a:ext cx="1777800" cy="1804500"/>
          </a:xfrm>
          <a:prstGeom prst="roundRect">
            <a:avLst>
              <a:gd fmla="val 3071" name="adj"/>
            </a:avLst>
          </a:prstGeom>
          <a:solidFill>
            <a:schemeClr val="lt1"/>
          </a:solidFill>
          <a:ln>
            <a:noFill/>
          </a:ln>
          <a:effectLst>
            <a:outerShdw blurRad="221979" rotWithShape="0" algn="bl">
              <a:schemeClr val="dk1">
                <a:alpha val="58000"/>
              </a:schemeClr>
            </a:outerShdw>
          </a:effectLst>
        </p:spPr>
        <p:txBody>
          <a:bodyPr anchorCtr="0" anchor="ctr" bIns="118375" lIns="118375" spcFirstLastPara="1" rIns="118375" wrap="square" tIns="118375">
            <a:noAutofit/>
          </a:bodyPr>
          <a:lstStyle/>
          <a:p>
            <a:pPr indent="0" lvl="0" marL="0" rtl="0" algn="l">
              <a:spcBef>
                <a:spcPts val="0"/>
              </a:spcBef>
              <a:spcAft>
                <a:spcPts val="0"/>
              </a:spcAft>
              <a:buNone/>
            </a:pPr>
            <a:r>
              <a:t/>
            </a:r>
            <a:endParaRPr sz="1813">
              <a:solidFill>
                <a:schemeClr val="lt1"/>
              </a:solidFill>
              <a:latin typeface="Figtree Medium"/>
              <a:ea typeface="Figtree Medium"/>
              <a:cs typeface="Figtree Medium"/>
              <a:sym typeface="Figtree Medium"/>
            </a:endParaRPr>
          </a:p>
          <a:p>
            <a:pPr indent="0" lvl="0" marL="0" rtl="0" algn="l">
              <a:spcBef>
                <a:spcPts val="0"/>
              </a:spcBef>
              <a:spcAft>
                <a:spcPts val="0"/>
              </a:spcAft>
              <a:buNone/>
            </a:pPr>
            <a:r>
              <a:t/>
            </a:r>
            <a:endParaRPr sz="1813">
              <a:solidFill>
                <a:schemeClr val="lt1"/>
              </a:solidFill>
              <a:latin typeface="Figtree Medium"/>
              <a:ea typeface="Figtree Medium"/>
              <a:cs typeface="Figtree Medium"/>
              <a:sym typeface="Figtree Medium"/>
            </a:endParaRPr>
          </a:p>
        </p:txBody>
      </p:sp>
      <p:sp>
        <p:nvSpPr>
          <p:cNvPr id="482" name="Google Shape;482;p52"/>
          <p:cNvSpPr txBox="1"/>
          <p:nvPr>
            <p:ph idx="15" type="body"/>
          </p:nvPr>
        </p:nvSpPr>
        <p:spPr>
          <a:xfrm>
            <a:off x="4849200" y="993150"/>
            <a:ext cx="1777800" cy="2009700"/>
          </a:xfrm>
          <a:prstGeom prst="rect">
            <a:avLst/>
          </a:prstGeom>
        </p:spPr>
        <p:txBody>
          <a:bodyPr anchorCtr="0" anchor="t" bIns="118375" lIns="118375" spcFirstLastPara="1" rIns="118375" wrap="square" tIns="118375">
            <a:spAutoFit/>
          </a:bodyPr>
          <a:lstStyle/>
          <a:p>
            <a:pPr indent="0" lvl="0" marL="0" rtl="0" algn="l">
              <a:spcBef>
                <a:spcPts val="0"/>
              </a:spcBef>
              <a:spcAft>
                <a:spcPts val="0"/>
              </a:spcAft>
              <a:buNone/>
            </a:pPr>
            <a:r>
              <a:rPr lang="en" sz="1354">
                <a:latin typeface="Figtree"/>
                <a:ea typeface="Figtree"/>
                <a:cs typeface="Figtree"/>
                <a:sym typeface="Figtree"/>
              </a:rPr>
              <a:t>Run 4-5</a:t>
            </a:r>
            <a:endParaRPr sz="1354">
              <a:latin typeface="Figtree"/>
              <a:ea typeface="Figtree"/>
              <a:cs typeface="Figtree"/>
              <a:sym typeface="Figtree"/>
            </a:endParaRPr>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Clr>
                <a:schemeClr val="lt1"/>
              </a:buClr>
              <a:buSzPts val="1100"/>
              <a:buFont typeface="Arial"/>
              <a:buNone/>
            </a:pPr>
            <a:r>
              <a:rPr lang="en" sz="1100"/>
              <a:t>Theme system added (Lantern Festival, Riviera Postcards, Oasis Caravan). Per-theme symbols and jackpot rules.</a:t>
            </a:r>
            <a:endParaRPr sz="1100"/>
          </a:p>
          <a:p>
            <a:pPr indent="0" lvl="0" marL="0" rtl="0" algn="l">
              <a:spcBef>
                <a:spcPts val="0"/>
              </a:spcBef>
              <a:spcAft>
                <a:spcPts val="0"/>
              </a:spcAft>
              <a:buNone/>
            </a:pPr>
            <a:r>
              <a:t/>
            </a:r>
            <a:endParaRPr sz="1295"/>
          </a:p>
        </p:txBody>
      </p:sp>
      <p:sp>
        <p:nvSpPr>
          <p:cNvPr id="483" name="Google Shape;483;p52"/>
          <p:cNvSpPr/>
          <p:nvPr/>
        </p:nvSpPr>
        <p:spPr>
          <a:xfrm>
            <a:off x="328050" y="3030725"/>
            <a:ext cx="1777800" cy="1804500"/>
          </a:xfrm>
          <a:prstGeom prst="roundRect">
            <a:avLst>
              <a:gd fmla="val 3071" name="adj"/>
            </a:avLst>
          </a:prstGeom>
          <a:solidFill>
            <a:schemeClr val="lt1"/>
          </a:solidFill>
          <a:ln>
            <a:noFill/>
          </a:ln>
          <a:effectLst>
            <a:outerShdw blurRad="221979" rotWithShape="0" algn="bl">
              <a:schemeClr val="dk1">
                <a:alpha val="58000"/>
              </a:schemeClr>
            </a:outerShdw>
          </a:effectLst>
        </p:spPr>
        <p:txBody>
          <a:bodyPr anchorCtr="0" anchor="ctr" bIns="118375" lIns="118375" spcFirstLastPara="1" rIns="118375" wrap="square" tIns="118375">
            <a:noAutofit/>
          </a:bodyPr>
          <a:lstStyle/>
          <a:p>
            <a:pPr indent="0" lvl="0" marL="0" rtl="0" algn="l">
              <a:spcBef>
                <a:spcPts val="0"/>
              </a:spcBef>
              <a:spcAft>
                <a:spcPts val="0"/>
              </a:spcAft>
              <a:buNone/>
            </a:pPr>
            <a:r>
              <a:t/>
            </a:r>
            <a:endParaRPr sz="1100">
              <a:solidFill>
                <a:schemeClr val="dk1"/>
              </a:solidFill>
              <a:latin typeface="Jost"/>
              <a:ea typeface="Jost"/>
              <a:cs typeface="Jost"/>
              <a:sym typeface="Jost"/>
            </a:endParaRPr>
          </a:p>
          <a:p>
            <a:pPr indent="0" lvl="0" marL="0" rtl="0" algn="l">
              <a:spcBef>
                <a:spcPts val="0"/>
              </a:spcBef>
              <a:spcAft>
                <a:spcPts val="0"/>
              </a:spcAft>
              <a:buNone/>
            </a:pPr>
            <a:r>
              <a:t/>
            </a:r>
            <a:endParaRPr sz="1100">
              <a:solidFill>
                <a:schemeClr val="dk1"/>
              </a:solidFill>
              <a:latin typeface="Jost"/>
              <a:ea typeface="Jost"/>
              <a:cs typeface="Jost"/>
              <a:sym typeface="Jost"/>
            </a:endParaRPr>
          </a:p>
        </p:txBody>
      </p:sp>
      <p:sp>
        <p:nvSpPr>
          <p:cNvPr id="484" name="Google Shape;484;p52"/>
          <p:cNvSpPr txBox="1"/>
          <p:nvPr>
            <p:ph idx="15" type="body"/>
          </p:nvPr>
        </p:nvSpPr>
        <p:spPr>
          <a:xfrm>
            <a:off x="328050" y="3030725"/>
            <a:ext cx="1777800" cy="1782300"/>
          </a:xfrm>
          <a:prstGeom prst="rect">
            <a:avLst/>
          </a:prstGeom>
        </p:spPr>
        <p:txBody>
          <a:bodyPr anchorCtr="0" anchor="t" bIns="118375" lIns="118375" spcFirstLastPara="1" rIns="118375" wrap="square" tIns="118375">
            <a:spAutoFit/>
          </a:bodyPr>
          <a:lstStyle/>
          <a:p>
            <a:pPr indent="0" lvl="0" marL="0" rtl="0" algn="l">
              <a:spcBef>
                <a:spcPts val="0"/>
              </a:spcBef>
              <a:spcAft>
                <a:spcPts val="0"/>
              </a:spcAft>
              <a:buNone/>
            </a:pPr>
            <a:r>
              <a:rPr lang="en" sz="1300"/>
              <a:t>Run 7-9</a:t>
            </a:r>
            <a:endParaRPr sz="1300"/>
          </a:p>
          <a:p>
            <a:pPr indent="0" lvl="0" marL="0" rtl="0" algn="l">
              <a:spcBef>
                <a:spcPts val="0"/>
              </a:spcBef>
              <a:spcAft>
                <a:spcPts val="0"/>
              </a:spcAft>
              <a:buNone/>
            </a:pPr>
            <a:r>
              <a:t/>
            </a:r>
            <a:endParaRPr sz="1300"/>
          </a:p>
          <a:p>
            <a:pPr indent="0" lvl="0" marL="0" rtl="0" algn="l">
              <a:lnSpc>
                <a:spcPct val="115000"/>
              </a:lnSpc>
              <a:spcBef>
                <a:spcPts val="0"/>
              </a:spcBef>
              <a:spcAft>
                <a:spcPts val="0"/>
              </a:spcAft>
              <a:buClr>
                <a:schemeClr val="lt1"/>
              </a:buClr>
              <a:buSzPts val="1100"/>
              <a:buFont typeface="Arial"/>
              <a:buNone/>
            </a:pPr>
            <a:r>
              <a:rPr lang="en" sz="1100"/>
              <a:t>Mechanics panel, side layout. Web Audio API sound engine per-theme ambient music and per-action sound effects.</a:t>
            </a:r>
            <a:endParaRPr sz="1100"/>
          </a:p>
          <a:p>
            <a:pPr indent="0" lvl="0" marL="0" rtl="0" algn="l">
              <a:spcBef>
                <a:spcPts val="0"/>
              </a:spcBef>
              <a:spcAft>
                <a:spcPts val="0"/>
              </a:spcAft>
              <a:buNone/>
            </a:pPr>
            <a:r>
              <a:t/>
            </a:r>
            <a:endParaRPr sz="1100"/>
          </a:p>
        </p:txBody>
      </p:sp>
      <p:sp>
        <p:nvSpPr>
          <p:cNvPr id="485" name="Google Shape;485;p52"/>
          <p:cNvSpPr/>
          <p:nvPr/>
        </p:nvSpPr>
        <p:spPr>
          <a:xfrm>
            <a:off x="2560800" y="3030725"/>
            <a:ext cx="1777800" cy="1804500"/>
          </a:xfrm>
          <a:prstGeom prst="roundRect">
            <a:avLst>
              <a:gd fmla="val 3071" name="adj"/>
            </a:avLst>
          </a:prstGeom>
          <a:solidFill>
            <a:schemeClr val="lt1"/>
          </a:solidFill>
          <a:ln>
            <a:noFill/>
          </a:ln>
          <a:effectLst>
            <a:outerShdw blurRad="221979" rotWithShape="0" algn="bl">
              <a:schemeClr val="dk1">
                <a:alpha val="58000"/>
              </a:schemeClr>
            </a:outerShdw>
          </a:effectLst>
        </p:spPr>
        <p:txBody>
          <a:bodyPr anchorCtr="0" anchor="ctr" bIns="118375" lIns="118375" spcFirstLastPara="1" rIns="118375" wrap="square" tIns="118375">
            <a:noAutofit/>
          </a:bodyPr>
          <a:lstStyle/>
          <a:p>
            <a:pPr indent="0" lvl="0" marL="0" rtl="0" algn="l">
              <a:spcBef>
                <a:spcPts val="0"/>
              </a:spcBef>
              <a:spcAft>
                <a:spcPts val="0"/>
              </a:spcAft>
              <a:buNone/>
            </a:pPr>
            <a:r>
              <a:t/>
            </a:r>
            <a:endParaRPr sz="1100">
              <a:solidFill>
                <a:schemeClr val="dk1"/>
              </a:solidFill>
              <a:latin typeface="Jost"/>
              <a:ea typeface="Jost"/>
              <a:cs typeface="Jost"/>
              <a:sym typeface="Jost"/>
            </a:endParaRPr>
          </a:p>
          <a:p>
            <a:pPr indent="0" lvl="0" marL="0" rtl="0" algn="l">
              <a:spcBef>
                <a:spcPts val="0"/>
              </a:spcBef>
              <a:spcAft>
                <a:spcPts val="0"/>
              </a:spcAft>
              <a:buNone/>
            </a:pPr>
            <a:r>
              <a:t/>
            </a:r>
            <a:endParaRPr sz="1100">
              <a:solidFill>
                <a:schemeClr val="dk1"/>
              </a:solidFill>
              <a:latin typeface="Jost"/>
              <a:ea typeface="Jost"/>
              <a:cs typeface="Jost"/>
              <a:sym typeface="Jost"/>
            </a:endParaRPr>
          </a:p>
        </p:txBody>
      </p:sp>
      <p:sp>
        <p:nvSpPr>
          <p:cNvPr id="486" name="Google Shape;486;p52"/>
          <p:cNvSpPr txBox="1"/>
          <p:nvPr>
            <p:ph idx="15" type="body"/>
          </p:nvPr>
        </p:nvSpPr>
        <p:spPr>
          <a:xfrm>
            <a:off x="2516825" y="3030725"/>
            <a:ext cx="1821900" cy="1480500"/>
          </a:xfrm>
          <a:prstGeom prst="rect">
            <a:avLst/>
          </a:prstGeom>
        </p:spPr>
        <p:txBody>
          <a:bodyPr anchorCtr="0" anchor="t" bIns="118375" lIns="118375" spcFirstLastPara="1" rIns="118375" wrap="square" tIns="118375">
            <a:spAutoFit/>
          </a:bodyPr>
          <a:lstStyle/>
          <a:p>
            <a:pPr indent="0" lvl="0" marL="0" rtl="0" algn="l">
              <a:spcBef>
                <a:spcPts val="0"/>
              </a:spcBef>
              <a:spcAft>
                <a:spcPts val="0"/>
              </a:spcAft>
              <a:buNone/>
            </a:pPr>
            <a:r>
              <a:rPr lang="en" sz="1300"/>
              <a:t>Run 10-12</a:t>
            </a:r>
            <a:endParaRPr sz="1300"/>
          </a:p>
          <a:p>
            <a:pPr indent="0" lvl="0" marL="0" rtl="0" algn="l">
              <a:lnSpc>
                <a:spcPct val="115000"/>
              </a:lnSpc>
              <a:spcBef>
                <a:spcPts val="0"/>
              </a:spcBef>
              <a:spcAft>
                <a:spcPts val="0"/>
              </a:spcAft>
              <a:buClr>
                <a:schemeClr val="lt1"/>
              </a:buClr>
              <a:buSzPts val="1100"/>
              <a:buFont typeface="Arial"/>
              <a:buNone/>
            </a:pPr>
            <a:r>
              <a:t/>
            </a:r>
            <a:endParaRPr sz="1100"/>
          </a:p>
          <a:p>
            <a:pPr indent="0" lvl="0" marL="0" rtl="0" algn="l">
              <a:spcBef>
                <a:spcPts val="0"/>
              </a:spcBef>
              <a:spcAft>
                <a:spcPts val="0"/>
              </a:spcAft>
              <a:buNone/>
            </a:pPr>
            <a:r>
              <a:rPr lang="en" sz="1100"/>
              <a:t>Help modal with live rules added, renamed to Lucky Spin Casino, and game-modes.js introduced 3-Reel &amp; 5-Reel modes</a:t>
            </a:r>
            <a:endParaRPr sz="1100"/>
          </a:p>
        </p:txBody>
      </p:sp>
      <p:sp>
        <p:nvSpPr>
          <p:cNvPr id="487" name="Google Shape;487;p52"/>
          <p:cNvSpPr/>
          <p:nvPr/>
        </p:nvSpPr>
        <p:spPr>
          <a:xfrm>
            <a:off x="7069000" y="993150"/>
            <a:ext cx="1777800" cy="1804500"/>
          </a:xfrm>
          <a:prstGeom prst="roundRect">
            <a:avLst>
              <a:gd fmla="val 3071" name="adj"/>
            </a:avLst>
          </a:prstGeom>
          <a:solidFill>
            <a:schemeClr val="lt1"/>
          </a:solidFill>
          <a:ln>
            <a:noFill/>
          </a:ln>
          <a:effectLst>
            <a:outerShdw blurRad="221979" rotWithShape="0" algn="bl">
              <a:schemeClr val="dk1">
                <a:alpha val="58000"/>
              </a:schemeClr>
            </a:outerShdw>
          </a:effectLst>
        </p:spPr>
        <p:txBody>
          <a:bodyPr anchorCtr="0" anchor="ctr" bIns="118375" lIns="118375" spcFirstLastPara="1" rIns="118375" wrap="square" tIns="118375">
            <a:noAutofit/>
          </a:bodyPr>
          <a:lstStyle/>
          <a:p>
            <a:pPr indent="0" lvl="0" marL="0" rtl="0" algn="l">
              <a:spcBef>
                <a:spcPts val="0"/>
              </a:spcBef>
              <a:spcAft>
                <a:spcPts val="0"/>
              </a:spcAft>
              <a:buNone/>
            </a:pPr>
            <a:r>
              <a:t/>
            </a:r>
            <a:endParaRPr sz="1100">
              <a:solidFill>
                <a:schemeClr val="dk1"/>
              </a:solidFill>
              <a:latin typeface="Jost"/>
              <a:ea typeface="Jost"/>
              <a:cs typeface="Jost"/>
              <a:sym typeface="Jost"/>
            </a:endParaRPr>
          </a:p>
          <a:p>
            <a:pPr indent="0" lvl="0" marL="0" rtl="0" algn="l">
              <a:spcBef>
                <a:spcPts val="0"/>
              </a:spcBef>
              <a:spcAft>
                <a:spcPts val="0"/>
              </a:spcAft>
              <a:buNone/>
            </a:pPr>
            <a:r>
              <a:t/>
            </a:r>
            <a:endParaRPr sz="1100">
              <a:solidFill>
                <a:schemeClr val="dk1"/>
              </a:solidFill>
              <a:latin typeface="Jost"/>
              <a:ea typeface="Jost"/>
              <a:cs typeface="Jost"/>
              <a:sym typeface="Jost"/>
            </a:endParaRPr>
          </a:p>
        </p:txBody>
      </p:sp>
      <p:sp>
        <p:nvSpPr>
          <p:cNvPr id="488" name="Google Shape;488;p52"/>
          <p:cNvSpPr txBox="1"/>
          <p:nvPr>
            <p:ph idx="15" type="body"/>
          </p:nvPr>
        </p:nvSpPr>
        <p:spPr>
          <a:xfrm>
            <a:off x="7069000" y="993150"/>
            <a:ext cx="1892400" cy="1751400"/>
          </a:xfrm>
          <a:prstGeom prst="rect">
            <a:avLst/>
          </a:prstGeom>
        </p:spPr>
        <p:txBody>
          <a:bodyPr anchorCtr="0" anchor="t" bIns="118375" lIns="118375" spcFirstLastPara="1" rIns="118375" wrap="square" tIns="118375">
            <a:spAutoFit/>
          </a:bodyPr>
          <a:lstStyle/>
          <a:p>
            <a:pPr indent="0" lvl="0" marL="0" rtl="0" algn="l">
              <a:spcBef>
                <a:spcPts val="0"/>
              </a:spcBef>
              <a:spcAft>
                <a:spcPts val="0"/>
              </a:spcAft>
              <a:buNone/>
            </a:pPr>
            <a:r>
              <a:rPr lang="en" sz="1300"/>
              <a:t>Run 6</a:t>
            </a:r>
            <a:endParaRPr sz="1300"/>
          </a:p>
          <a:p>
            <a:pPr indent="0" lvl="0" marL="0" rtl="0" algn="l">
              <a:spcBef>
                <a:spcPts val="0"/>
              </a:spcBef>
              <a:spcAft>
                <a:spcPts val="0"/>
              </a:spcAft>
              <a:buNone/>
            </a:pPr>
            <a:r>
              <a:t/>
            </a:r>
            <a:endParaRPr sz="1100"/>
          </a:p>
          <a:p>
            <a:pPr indent="0" lvl="0" marL="0" rtl="0" algn="l">
              <a:lnSpc>
                <a:spcPct val="115000"/>
              </a:lnSpc>
              <a:spcBef>
                <a:spcPts val="0"/>
              </a:spcBef>
              <a:spcAft>
                <a:spcPts val="0"/>
              </a:spcAft>
              <a:buClr>
                <a:schemeClr val="lt1"/>
              </a:buClr>
              <a:buSzPts val="1100"/>
              <a:buFont typeface="Arial"/>
              <a:buNone/>
            </a:pPr>
            <a:r>
              <a:rPr lang="en" sz="1100"/>
              <a:t>Vault mechanic introduced. 24-spin bonus threshold, 150-token reward. Progress can drop backwards or fully reset on bad combos.</a:t>
            </a:r>
            <a:endParaRPr sz="1100"/>
          </a:p>
          <a:p>
            <a:pPr indent="0" lvl="0" marL="0" rtl="0" algn="l">
              <a:spcBef>
                <a:spcPts val="0"/>
              </a:spcBef>
              <a:spcAft>
                <a:spcPts val="0"/>
              </a:spcAft>
              <a:buNone/>
            </a:pPr>
            <a:r>
              <a:t/>
            </a:r>
            <a:endParaRPr sz="1100"/>
          </a:p>
        </p:txBody>
      </p:sp>
      <p:sp>
        <p:nvSpPr>
          <p:cNvPr id="489" name="Google Shape;489;p52"/>
          <p:cNvSpPr/>
          <p:nvPr/>
        </p:nvSpPr>
        <p:spPr>
          <a:xfrm>
            <a:off x="4849200" y="3030725"/>
            <a:ext cx="1777800" cy="1804500"/>
          </a:xfrm>
          <a:prstGeom prst="roundRect">
            <a:avLst>
              <a:gd fmla="val 3071" name="adj"/>
            </a:avLst>
          </a:prstGeom>
          <a:solidFill>
            <a:schemeClr val="lt1"/>
          </a:solidFill>
          <a:ln>
            <a:noFill/>
          </a:ln>
          <a:effectLst>
            <a:outerShdw blurRad="221979" rotWithShape="0" algn="bl">
              <a:schemeClr val="dk1">
                <a:alpha val="58000"/>
              </a:schemeClr>
            </a:outerShdw>
          </a:effectLst>
        </p:spPr>
        <p:txBody>
          <a:bodyPr anchorCtr="0" anchor="ctr" bIns="118375" lIns="118375" spcFirstLastPara="1" rIns="118375" wrap="square" tIns="118375">
            <a:noAutofit/>
          </a:bodyPr>
          <a:lstStyle/>
          <a:p>
            <a:pPr indent="0" lvl="0" marL="0" rtl="0" algn="l">
              <a:spcBef>
                <a:spcPts val="0"/>
              </a:spcBef>
              <a:spcAft>
                <a:spcPts val="0"/>
              </a:spcAft>
              <a:buNone/>
            </a:pPr>
            <a:r>
              <a:t/>
            </a:r>
            <a:endParaRPr sz="1100">
              <a:solidFill>
                <a:schemeClr val="dk1"/>
              </a:solidFill>
              <a:latin typeface="Jost"/>
              <a:ea typeface="Jost"/>
              <a:cs typeface="Jost"/>
              <a:sym typeface="Jost"/>
            </a:endParaRPr>
          </a:p>
          <a:p>
            <a:pPr indent="0" lvl="0" marL="0" rtl="0" algn="l">
              <a:spcBef>
                <a:spcPts val="0"/>
              </a:spcBef>
              <a:spcAft>
                <a:spcPts val="0"/>
              </a:spcAft>
              <a:buNone/>
            </a:pPr>
            <a:r>
              <a:t/>
            </a:r>
            <a:endParaRPr sz="1100">
              <a:solidFill>
                <a:schemeClr val="dk1"/>
              </a:solidFill>
              <a:latin typeface="Jost"/>
              <a:ea typeface="Jost"/>
              <a:cs typeface="Jost"/>
              <a:sym typeface="Jost"/>
            </a:endParaRPr>
          </a:p>
        </p:txBody>
      </p:sp>
      <p:sp>
        <p:nvSpPr>
          <p:cNvPr id="490" name="Google Shape;490;p52"/>
          <p:cNvSpPr txBox="1"/>
          <p:nvPr>
            <p:ph idx="15" type="body"/>
          </p:nvPr>
        </p:nvSpPr>
        <p:spPr>
          <a:xfrm>
            <a:off x="4849200" y="3052350"/>
            <a:ext cx="1892400" cy="1977000"/>
          </a:xfrm>
          <a:prstGeom prst="rect">
            <a:avLst/>
          </a:prstGeom>
        </p:spPr>
        <p:txBody>
          <a:bodyPr anchorCtr="0" anchor="t" bIns="118375" lIns="118375" spcFirstLastPara="1" rIns="118375" wrap="square" tIns="118375">
            <a:spAutoFit/>
          </a:bodyPr>
          <a:lstStyle/>
          <a:p>
            <a:pPr indent="0" lvl="0" marL="0" rtl="0" algn="l">
              <a:spcBef>
                <a:spcPts val="0"/>
              </a:spcBef>
              <a:spcAft>
                <a:spcPts val="0"/>
              </a:spcAft>
              <a:buNone/>
            </a:pPr>
            <a:r>
              <a:rPr lang="en" sz="1300"/>
              <a:t>Run 13-16</a:t>
            </a:r>
            <a:endParaRPr sz="1300"/>
          </a:p>
          <a:p>
            <a:pPr indent="0" lvl="0" marL="0" rtl="0" algn="l">
              <a:spcBef>
                <a:spcPts val="0"/>
              </a:spcBef>
              <a:spcAft>
                <a:spcPts val="0"/>
              </a:spcAft>
              <a:buNone/>
            </a:pPr>
            <a:r>
              <a:t/>
            </a:r>
            <a:endParaRPr sz="1300"/>
          </a:p>
          <a:p>
            <a:pPr indent="0" lvl="0" marL="0" rtl="0" algn="l">
              <a:lnSpc>
                <a:spcPct val="115000"/>
              </a:lnSpc>
              <a:spcBef>
                <a:spcPts val="0"/>
              </a:spcBef>
              <a:spcAft>
                <a:spcPts val="0"/>
              </a:spcAft>
              <a:buClr>
                <a:schemeClr val="lt1"/>
              </a:buClr>
              <a:buSzPts val="1100"/>
              <a:buFont typeface="Arial"/>
              <a:buNone/>
            </a:pPr>
            <a:r>
              <a:rPr lang="en" sz="1100"/>
              <a:t>Spin animation with reel-window CSS, mode locking during spin, performance-safe getNow() fallback, serif/display fonts introduced.</a:t>
            </a:r>
            <a:endParaRPr sz="1100"/>
          </a:p>
          <a:p>
            <a:pPr indent="0" lvl="0" marL="0" rtl="0" algn="l">
              <a:spcBef>
                <a:spcPts val="0"/>
              </a:spcBef>
              <a:spcAft>
                <a:spcPts val="0"/>
              </a:spcAft>
              <a:buNone/>
            </a:pPr>
            <a:r>
              <a:t/>
            </a:r>
            <a:endParaRPr sz="1100"/>
          </a:p>
        </p:txBody>
      </p:sp>
      <p:sp>
        <p:nvSpPr>
          <p:cNvPr id="491" name="Google Shape;491;p52"/>
          <p:cNvSpPr/>
          <p:nvPr/>
        </p:nvSpPr>
        <p:spPr>
          <a:xfrm>
            <a:off x="7009050" y="3030725"/>
            <a:ext cx="1777800" cy="1804500"/>
          </a:xfrm>
          <a:prstGeom prst="roundRect">
            <a:avLst>
              <a:gd fmla="val 3071" name="adj"/>
            </a:avLst>
          </a:prstGeom>
          <a:solidFill>
            <a:schemeClr val="lt1"/>
          </a:solidFill>
          <a:ln>
            <a:noFill/>
          </a:ln>
          <a:effectLst>
            <a:outerShdw blurRad="221979" rotWithShape="0" algn="bl">
              <a:schemeClr val="dk1">
                <a:alpha val="58000"/>
              </a:schemeClr>
            </a:outerShdw>
          </a:effectLst>
        </p:spPr>
        <p:txBody>
          <a:bodyPr anchorCtr="0" anchor="ctr" bIns="118375" lIns="118375" spcFirstLastPara="1" rIns="118375" wrap="square" tIns="118375">
            <a:noAutofit/>
          </a:bodyPr>
          <a:lstStyle/>
          <a:p>
            <a:pPr indent="0" lvl="0" marL="0" rtl="0" algn="l">
              <a:spcBef>
                <a:spcPts val="0"/>
              </a:spcBef>
              <a:spcAft>
                <a:spcPts val="0"/>
              </a:spcAft>
              <a:buNone/>
            </a:pPr>
            <a:r>
              <a:t/>
            </a:r>
            <a:endParaRPr sz="1100">
              <a:solidFill>
                <a:schemeClr val="dk1"/>
              </a:solidFill>
              <a:latin typeface="Jost"/>
              <a:ea typeface="Jost"/>
              <a:cs typeface="Jost"/>
              <a:sym typeface="Jost"/>
            </a:endParaRPr>
          </a:p>
          <a:p>
            <a:pPr indent="0" lvl="0" marL="0" rtl="0" algn="l">
              <a:spcBef>
                <a:spcPts val="0"/>
              </a:spcBef>
              <a:spcAft>
                <a:spcPts val="0"/>
              </a:spcAft>
              <a:buNone/>
            </a:pPr>
            <a:r>
              <a:t/>
            </a:r>
            <a:endParaRPr sz="1100">
              <a:solidFill>
                <a:schemeClr val="dk1"/>
              </a:solidFill>
              <a:latin typeface="Jost"/>
              <a:ea typeface="Jost"/>
              <a:cs typeface="Jost"/>
              <a:sym typeface="Jost"/>
            </a:endParaRPr>
          </a:p>
        </p:txBody>
      </p:sp>
      <p:sp>
        <p:nvSpPr>
          <p:cNvPr id="492" name="Google Shape;492;p52"/>
          <p:cNvSpPr txBox="1"/>
          <p:nvPr>
            <p:ph idx="15" type="body"/>
          </p:nvPr>
        </p:nvSpPr>
        <p:spPr>
          <a:xfrm>
            <a:off x="7009050" y="3030725"/>
            <a:ext cx="1777800" cy="1977000"/>
          </a:xfrm>
          <a:prstGeom prst="rect">
            <a:avLst/>
          </a:prstGeom>
        </p:spPr>
        <p:txBody>
          <a:bodyPr anchorCtr="0" anchor="t" bIns="118375" lIns="118375" spcFirstLastPara="1" rIns="118375" wrap="square" tIns="118375">
            <a:spAutoFit/>
          </a:bodyPr>
          <a:lstStyle/>
          <a:p>
            <a:pPr indent="0" lvl="0" marL="0" rtl="0" algn="l">
              <a:spcBef>
                <a:spcPts val="0"/>
              </a:spcBef>
              <a:spcAft>
                <a:spcPts val="0"/>
              </a:spcAft>
              <a:buNone/>
            </a:pPr>
            <a:r>
              <a:rPr lang="en" sz="1300"/>
              <a:t>Run 17-20</a:t>
            </a:r>
            <a:endParaRPr sz="1300"/>
          </a:p>
          <a:p>
            <a:pPr indent="0" lvl="0" marL="0" rtl="0" algn="l">
              <a:spcBef>
                <a:spcPts val="0"/>
              </a:spcBef>
              <a:spcAft>
                <a:spcPts val="0"/>
              </a:spcAft>
              <a:buNone/>
            </a:pPr>
            <a:r>
              <a:t/>
            </a:r>
            <a:endParaRPr sz="1300"/>
          </a:p>
          <a:p>
            <a:pPr indent="0" lvl="0" marL="0" rtl="0" algn="l">
              <a:lnSpc>
                <a:spcPct val="115000"/>
              </a:lnSpc>
              <a:spcBef>
                <a:spcPts val="0"/>
              </a:spcBef>
              <a:spcAft>
                <a:spcPts val="0"/>
              </a:spcAft>
              <a:buClr>
                <a:schemeClr val="lt1"/>
              </a:buClr>
              <a:buSzPts val="1100"/>
              <a:buFont typeface="Arial"/>
              <a:buNone/>
            </a:pPr>
            <a:r>
              <a:rPr lang="en" sz="1100"/>
              <a:t>Recent spins history panel added. Symbol visual tuning. ARIA improvements. CSS grid layout fixes for reel centering.</a:t>
            </a:r>
            <a:endParaRPr sz="1100"/>
          </a:p>
          <a:p>
            <a:pPr indent="0" lvl="0" marL="0" rtl="0" algn="l">
              <a:spcBef>
                <a:spcPts val="0"/>
              </a:spcBef>
              <a:spcAft>
                <a:spcPts val="0"/>
              </a:spcAft>
              <a:buNone/>
            </a:pPr>
            <a:r>
              <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53"/>
          <p:cNvSpPr txBox="1"/>
          <p:nvPr>
            <p:ph idx="2" type="title"/>
          </p:nvPr>
        </p:nvSpPr>
        <p:spPr>
          <a:xfrm>
            <a:off x="228600" y="457200"/>
            <a:ext cx="50448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Lucky Spin Casino (Final Product)</a:t>
            </a:r>
            <a:endParaRPr/>
          </a:p>
        </p:txBody>
      </p:sp>
      <p:sp>
        <p:nvSpPr>
          <p:cNvPr id="498" name="Google Shape;498;p53"/>
          <p:cNvSpPr txBox="1"/>
          <p:nvPr/>
        </p:nvSpPr>
        <p:spPr>
          <a:xfrm>
            <a:off x="186900" y="861950"/>
            <a:ext cx="5752800" cy="395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1"/>
              </a:solidFill>
              <a:latin typeface="Jost"/>
              <a:ea typeface="Jost"/>
              <a:cs typeface="Jost"/>
              <a:sym typeface="Jost"/>
            </a:endParaRPr>
          </a:p>
          <a:p>
            <a:pPr indent="-292100" lvl="0" marL="457200" rtl="0" algn="l">
              <a:lnSpc>
                <a:spcPct val="115000"/>
              </a:lnSpc>
              <a:spcBef>
                <a:spcPts val="0"/>
              </a:spcBef>
              <a:spcAft>
                <a:spcPts val="0"/>
              </a:spcAft>
              <a:buClr>
                <a:schemeClr val="dk1"/>
              </a:buClr>
              <a:buSzPts val="1000"/>
              <a:buFont typeface="Figtree Medium"/>
              <a:buChar char="➔"/>
            </a:pPr>
            <a:r>
              <a:rPr b="1" lang="en" sz="1200">
                <a:solidFill>
                  <a:schemeClr val="dk1"/>
                </a:solidFill>
                <a:latin typeface="Jost"/>
                <a:ea typeface="Jost"/>
                <a:cs typeface="Jost"/>
                <a:sym typeface="Jost"/>
              </a:rPr>
              <a:t>2 Game Modes: </a:t>
            </a:r>
            <a:r>
              <a:rPr lang="en" sz="1200">
                <a:solidFill>
                  <a:schemeClr val="dk1"/>
                </a:solidFill>
                <a:latin typeface="Jost"/>
                <a:ea typeface="Jost"/>
                <a:cs typeface="Jost"/>
                <a:sym typeface="Jost"/>
              </a:rPr>
              <a:t>Classic 3-Reel (jackpot needs 3 matches) and Big 5-Reel (jackpot needs 5 matches)</a:t>
            </a:r>
            <a:endParaRPr sz="1200">
              <a:solidFill>
                <a:schemeClr val="dk1"/>
              </a:solidFill>
              <a:latin typeface="Jost"/>
              <a:ea typeface="Jost"/>
              <a:cs typeface="Jost"/>
              <a:sym typeface="Jost"/>
            </a:endParaRPr>
          </a:p>
          <a:p>
            <a:pPr indent="-292100" lvl="0" marL="457200" rtl="0" algn="l">
              <a:lnSpc>
                <a:spcPct val="115000"/>
              </a:lnSpc>
              <a:spcBef>
                <a:spcPts val="0"/>
              </a:spcBef>
              <a:spcAft>
                <a:spcPts val="0"/>
              </a:spcAft>
              <a:buClr>
                <a:schemeClr val="dk1"/>
              </a:buClr>
              <a:buSzPts val="1000"/>
              <a:buFont typeface="Figtree Medium"/>
              <a:buChar char="➔"/>
            </a:pPr>
            <a:r>
              <a:rPr b="1" lang="en" sz="1200">
                <a:solidFill>
                  <a:schemeClr val="dk1"/>
                </a:solidFill>
                <a:latin typeface="Jost"/>
                <a:ea typeface="Jost"/>
                <a:cs typeface="Jost"/>
                <a:sym typeface="Jost"/>
              </a:rPr>
              <a:t>3 Themes</a:t>
            </a:r>
            <a:r>
              <a:rPr lang="en" sz="1200">
                <a:solidFill>
                  <a:schemeClr val="dk1"/>
                </a:solidFill>
                <a:latin typeface="Jost"/>
                <a:ea typeface="Jost"/>
                <a:cs typeface="Jost"/>
                <a:sym typeface="Jost"/>
              </a:rPr>
              <a:t>: </a:t>
            </a:r>
            <a:endParaRPr sz="1200">
              <a:solidFill>
                <a:schemeClr val="dk1"/>
              </a:solidFill>
              <a:latin typeface="Jost"/>
              <a:ea typeface="Jost"/>
              <a:cs typeface="Jost"/>
              <a:sym typeface="Jost"/>
            </a:endParaRPr>
          </a:p>
          <a:p>
            <a:pPr indent="-304800" lvl="1" marL="914400" rtl="0" algn="l">
              <a:lnSpc>
                <a:spcPct val="115000"/>
              </a:lnSpc>
              <a:spcBef>
                <a:spcPts val="0"/>
              </a:spcBef>
              <a:spcAft>
                <a:spcPts val="0"/>
              </a:spcAft>
              <a:buClr>
                <a:schemeClr val="dk1"/>
              </a:buClr>
              <a:buSzPts val="1200"/>
              <a:buFont typeface="Jost"/>
              <a:buChar char="◆"/>
            </a:pPr>
            <a:r>
              <a:rPr lang="en" sz="1200">
                <a:solidFill>
                  <a:schemeClr val="dk1"/>
                </a:solidFill>
                <a:latin typeface="Jost"/>
                <a:ea typeface="Jost"/>
                <a:cs typeface="Jost"/>
                <a:sym typeface="Jost"/>
              </a:rPr>
              <a:t>Lantern Festival</a:t>
            </a:r>
            <a:endParaRPr sz="1200">
              <a:solidFill>
                <a:schemeClr val="dk1"/>
              </a:solidFill>
              <a:latin typeface="Jost"/>
              <a:ea typeface="Jost"/>
              <a:cs typeface="Jost"/>
              <a:sym typeface="Jost"/>
            </a:endParaRPr>
          </a:p>
          <a:p>
            <a:pPr indent="-304800" lvl="1" marL="914400" rtl="0" algn="l">
              <a:lnSpc>
                <a:spcPct val="115000"/>
              </a:lnSpc>
              <a:spcBef>
                <a:spcPts val="0"/>
              </a:spcBef>
              <a:spcAft>
                <a:spcPts val="0"/>
              </a:spcAft>
              <a:buClr>
                <a:schemeClr val="dk1"/>
              </a:buClr>
              <a:buSzPts val="1200"/>
              <a:buFont typeface="Jost"/>
              <a:buChar char="◆"/>
            </a:pPr>
            <a:r>
              <a:rPr lang="en" sz="1200">
                <a:solidFill>
                  <a:schemeClr val="dk1"/>
                </a:solidFill>
                <a:latin typeface="Jost"/>
                <a:ea typeface="Jost"/>
                <a:cs typeface="Jost"/>
                <a:sym typeface="Jost"/>
              </a:rPr>
              <a:t>Riviera Postcards</a:t>
            </a:r>
            <a:endParaRPr sz="1200">
              <a:solidFill>
                <a:schemeClr val="dk1"/>
              </a:solidFill>
              <a:latin typeface="Jost"/>
              <a:ea typeface="Jost"/>
              <a:cs typeface="Jost"/>
              <a:sym typeface="Jost"/>
            </a:endParaRPr>
          </a:p>
          <a:p>
            <a:pPr indent="-304800" lvl="1" marL="914400" rtl="0" algn="l">
              <a:lnSpc>
                <a:spcPct val="115000"/>
              </a:lnSpc>
              <a:spcBef>
                <a:spcPts val="0"/>
              </a:spcBef>
              <a:spcAft>
                <a:spcPts val="0"/>
              </a:spcAft>
              <a:buClr>
                <a:schemeClr val="dk1"/>
              </a:buClr>
              <a:buSzPts val="1200"/>
              <a:buFont typeface="Jost"/>
              <a:buChar char="◆"/>
            </a:pPr>
            <a:r>
              <a:rPr lang="en" sz="1200">
                <a:solidFill>
                  <a:schemeClr val="dk1"/>
                </a:solidFill>
                <a:latin typeface="Jost"/>
                <a:ea typeface="Jost"/>
                <a:cs typeface="Jost"/>
                <a:sym typeface="Jost"/>
              </a:rPr>
              <a:t>Oasis Caravan </a:t>
            </a:r>
            <a:endParaRPr sz="1200">
              <a:solidFill>
                <a:schemeClr val="dk1"/>
              </a:solidFill>
              <a:latin typeface="Jost"/>
              <a:ea typeface="Jost"/>
              <a:cs typeface="Jost"/>
              <a:sym typeface="Jost"/>
            </a:endParaRPr>
          </a:p>
          <a:p>
            <a:pPr indent="457200" lvl="0" marL="0" rtl="0" algn="l">
              <a:lnSpc>
                <a:spcPct val="115000"/>
              </a:lnSpc>
              <a:spcBef>
                <a:spcPts val="0"/>
              </a:spcBef>
              <a:spcAft>
                <a:spcPts val="0"/>
              </a:spcAft>
              <a:buNone/>
            </a:pPr>
            <a:r>
              <a:rPr lang="en" sz="1200">
                <a:solidFill>
                  <a:schemeClr val="dk1"/>
                </a:solidFill>
                <a:latin typeface="Jost"/>
                <a:ea typeface="Jost"/>
                <a:cs typeface="Jost"/>
                <a:sym typeface="Jost"/>
              </a:rPr>
              <a:t> unique symbols and ambient audio per theme.</a:t>
            </a:r>
            <a:endParaRPr sz="1200">
              <a:solidFill>
                <a:schemeClr val="dk1"/>
              </a:solidFill>
              <a:latin typeface="Jost"/>
              <a:ea typeface="Jost"/>
              <a:cs typeface="Jost"/>
              <a:sym typeface="Jost"/>
            </a:endParaRPr>
          </a:p>
          <a:p>
            <a:pPr indent="-292100" lvl="0" marL="457200" rtl="0" algn="l">
              <a:lnSpc>
                <a:spcPct val="115000"/>
              </a:lnSpc>
              <a:spcBef>
                <a:spcPts val="0"/>
              </a:spcBef>
              <a:spcAft>
                <a:spcPts val="0"/>
              </a:spcAft>
              <a:buClr>
                <a:schemeClr val="dk1"/>
              </a:buClr>
              <a:buSzPts val="1000"/>
              <a:buFont typeface="Figtree Medium"/>
              <a:buChar char="➔"/>
            </a:pPr>
            <a:r>
              <a:rPr b="1" lang="en" sz="1200">
                <a:solidFill>
                  <a:schemeClr val="dk1"/>
                </a:solidFill>
                <a:latin typeface="Jost"/>
                <a:ea typeface="Jost"/>
                <a:cs typeface="Jost"/>
                <a:sym typeface="Jost"/>
              </a:rPr>
              <a:t>Vault Mechanic:</a:t>
            </a:r>
            <a:r>
              <a:rPr lang="en" sz="1200">
                <a:solidFill>
                  <a:schemeClr val="dk1"/>
                </a:solidFill>
                <a:latin typeface="Jost"/>
                <a:ea typeface="Jost"/>
                <a:cs typeface="Jost"/>
                <a:sym typeface="Jost"/>
              </a:rPr>
              <a:t> 24-spin climb to 150-token prize  progress can slip backward or fully reset on bad combos</a:t>
            </a:r>
            <a:endParaRPr sz="1200">
              <a:solidFill>
                <a:schemeClr val="dk1"/>
              </a:solidFill>
              <a:latin typeface="Jost"/>
              <a:ea typeface="Jost"/>
              <a:cs typeface="Jost"/>
              <a:sym typeface="Jost"/>
            </a:endParaRPr>
          </a:p>
          <a:p>
            <a:pPr indent="-292100" lvl="0" marL="457200" rtl="0" algn="l">
              <a:lnSpc>
                <a:spcPct val="115000"/>
              </a:lnSpc>
              <a:spcBef>
                <a:spcPts val="0"/>
              </a:spcBef>
              <a:spcAft>
                <a:spcPts val="0"/>
              </a:spcAft>
              <a:buClr>
                <a:schemeClr val="dk1"/>
              </a:buClr>
              <a:buSzPts val="1000"/>
              <a:buFont typeface="Figtree Medium"/>
              <a:buChar char="➔"/>
            </a:pPr>
            <a:r>
              <a:rPr b="1" lang="en" sz="1200">
                <a:solidFill>
                  <a:schemeClr val="dk1"/>
                </a:solidFill>
                <a:latin typeface="Jost"/>
                <a:ea typeface="Jost"/>
                <a:cs typeface="Jost"/>
                <a:sym typeface="Jost"/>
              </a:rPr>
              <a:t>Audio</a:t>
            </a:r>
            <a:r>
              <a:rPr lang="en" sz="1200">
                <a:solidFill>
                  <a:schemeClr val="dk1"/>
                </a:solidFill>
                <a:latin typeface="Jost"/>
                <a:ea typeface="Jost"/>
                <a:cs typeface="Jost"/>
                <a:sym typeface="Jost"/>
              </a:rPr>
              <a:t>: Web Audio API  theme-based ambient music and per-action sound effects</a:t>
            </a:r>
            <a:endParaRPr sz="1200">
              <a:solidFill>
                <a:schemeClr val="dk1"/>
              </a:solidFill>
              <a:latin typeface="Jost"/>
              <a:ea typeface="Jost"/>
              <a:cs typeface="Jost"/>
              <a:sym typeface="Jost"/>
            </a:endParaRPr>
          </a:p>
          <a:p>
            <a:pPr indent="-292100" lvl="0" marL="457200" rtl="0" algn="l">
              <a:lnSpc>
                <a:spcPct val="115000"/>
              </a:lnSpc>
              <a:spcBef>
                <a:spcPts val="0"/>
              </a:spcBef>
              <a:spcAft>
                <a:spcPts val="0"/>
              </a:spcAft>
              <a:buClr>
                <a:schemeClr val="dk1"/>
              </a:buClr>
              <a:buSzPts val="1000"/>
              <a:buFont typeface="Figtree Medium"/>
              <a:buChar char="➔"/>
            </a:pPr>
            <a:r>
              <a:rPr b="1" lang="en" sz="1200">
                <a:solidFill>
                  <a:schemeClr val="dk1"/>
                </a:solidFill>
                <a:latin typeface="Jost"/>
                <a:ea typeface="Jost"/>
                <a:cs typeface="Jost"/>
                <a:sym typeface="Jost"/>
              </a:rPr>
              <a:t>Code Quality:</a:t>
            </a:r>
            <a:r>
              <a:rPr lang="en" sz="1200">
                <a:solidFill>
                  <a:schemeClr val="dk1"/>
                </a:solidFill>
                <a:latin typeface="Jost"/>
                <a:ea typeface="Jost"/>
                <a:cs typeface="Jost"/>
                <a:sym typeface="Jost"/>
              </a:rPr>
              <a:t> </a:t>
            </a:r>
            <a:endParaRPr sz="1200">
              <a:solidFill>
                <a:schemeClr val="dk1"/>
              </a:solidFill>
              <a:latin typeface="Jost"/>
              <a:ea typeface="Jost"/>
              <a:cs typeface="Jost"/>
              <a:sym typeface="Jost"/>
            </a:endParaRPr>
          </a:p>
          <a:p>
            <a:pPr indent="-304800" lvl="1" marL="914400" rtl="0" algn="l">
              <a:lnSpc>
                <a:spcPct val="115000"/>
              </a:lnSpc>
              <a:spcBef>
                <a:spcPts val="0"/>
              </a:spcBef>
              <a:spcAft>
                <a:spcPts val="0"/>
              </a:spcAft>
              <a:buClr>
                <a:schemeClr val="dk1"/>
              </a:buClr>
              <a:buSzPts val="1200"/>
              <a:buFont typeface="Jost"/>
              <a:buChar char="◆"/>
            </a:pPr>
            <a:r>
              <a:rPr lang="en" sz="1200">
                <a:solidFill>
                  <a:schemeClr val="dk1"/>
                </a:solidFill>
                <a:latin typeface="Jost"/>
                <a:ea typeface="Jost"/>
                <a:cs typeface="Jost"/>
                <a:sym typeface="Jost"/>
              </a:rPr>
              <a:t>game-logic.js (503 lines)</a:t>
            </a:r>
            <a:endParaRPr sz="1200">
              <a:solidFill>
                <a:schemeClr val="dk1"/>
              </a:solidFill>
              <a:latin typeface="Jost"/>
              <a:ea typeface="Jost"/>
              <a:cs typeface="Jost"/>
              <a:sym typeface="Jost"/>
            </a:endParaRPr>
          </a:p>
          <a:p>
            <a:pPr indent="-304800" lvl="1" marL="914400" rtl="0" algn="l">
              <a:lnSpc>
                <a:spcPct val="115000"/>
              </a:lnSpc>
              <a:spcBef>
                <a:spcPts val="0"/>
              </a:spcBef>
              <a:spcAft>
                <a:spcPts val="0"/>
              </a:spcAft>
              <a:buClr>
                <a:schemeClr val="dk1"/>
              </a:buClr>
              <a:buSzPts val="1200"/>
              <a:buFont typeface="Jost"/>
              <a:buChar char="◆"/>
            </a:pPr>
            <a:r>
              <a:rPr lang="en" sz="1200">
                <a:solidFill>
                  <a:schemeClr val="dk1"/>
                </a:solidFill>
                <a:latin typeface="Jost"/>
                <a:ea typeface="Jost"/>
                <a:cs typeface="Jost"/>
                <a:sym typeface="Jost"/>
              </a:rPr>
              <a:t>game-modes.js (42 lines)</a:t>
            </a:r>
            <a:endParaRPr sz="1200">
              <a:solidFill>
                <a:schemeClr val="dk1"/>
              </a:solidFill>
              <a:latin typeface="Jost"/>
              <a:ea typeface="Jost"/>
              <a:cs typeface="Jost"/>
              <a:sym typeface="Jost"/>
            </a:endParaRPr>
          </a:p>
          <a:p>
            <a:pPr indent="-304800" lvl="1" marL="914400" rtl="0" algn="l">
              <a:lnSpc>
                <a:spcPct val="115000"/>
              </a:lnSpc>
              <a:spcBef>
                <a:spcPts val="0"/>
              </a:spcBef>
              <a:spcAft>
                <a:spcPts val="0"/>
              </a:spcAft>
              <a:buClr>
                <a:schemeClr val="dk1"/>
              </a:buClr>
              <a:buSzPts val="1200"/>
              <a:buFont typeface="Jost"/>
              <a:buChar char="◆"/>
            </a:pPr>
            <a:r>
              <a:rPr lang="en" sz="1200">
                <a:solidFill>
                  <a:schemeClr val="dk1"/>
                </a:solidFill>
                <a:latin typeface="Jost"/>
                <a:ea typeface="Jost"/>
                <a:cs typeface="Jost"/>
                <a:sym typeface="Jost"/>
              </a:rPr>
              <a:t>script.js (1903 lines)</a:t>
            </a:r>
            <a:endParaRPr sz="1200">
              <a:solidFill>
                <a:schemeClr val="dk1"/>
              </a:solidFill>
              <a:latin typeface="Jost"/>
              <a:ea typeface="Jost"/>
              <a:cs typeface="Jost"/>
              <a:sym typeface="Jost"/>
            </a:endParaRPr>
          </a:p>
          <a:p>
            <a:pPr indent="-304800" lvl="1" marL="914400" rtl="0" algn="l">
              <a:lnSpc>
                <a:spcPct val="115000"/>
              </a:lnSpc>
              <a:spcBef>
                <a:spcPts val="0"/>
              </a:spcBef>
              <a:spcAft>
                <a:spcPts val="0"/>
              </a:spcAft>
              <a:buClr>
                <a:schemeClr val="dk1"/>
              </a:buClr>
              <a:buSzPts val="1200"/>
              <a:buFont typeface="Jost"/>
              <a:buChar char="◆"/>
            </a:pPr>
            <a:r>
              <a:rPr lang="en" sz="1200">
                <a:solidFill>
                  <a:schemeClr val="dk1"/>
                </a:solidFill>
                <a:latin typeface="Jost"/>
                <a:ea typeface="Jost"/>
                <a:cs typeface="Jost"/>
                <a:sym typeface="Jost"/>
              </a:rPr>
              <a:t>3 test files (254 lines total)</a:t>
            </a:r>
            <a:endParaRPr sz="1200">
              <a:solidFill>
                <a:schemeClr val="dk1"/>
              </a:solidFill>
              <a:latin typeface="Jost"/>
              <a:ea typeface="Jost"/>
              <a:cs typeface="Jost"/>
              <a:sym typeface="Jost"/>
            </a:endParaRPr>
          </a:p>
          <a:p>
            <a:pPr indent="0" lvl="0" marL="457200" rtl="0" algn="l">
              <a:spcBef>
                <a:spcPts val="0"/>
              </a:spcBef>
              <a:spcAft>
                <a:spcPts val="0"/>
              </a:spcAft>
              <a:buNone/>
            </a:pPr>
            <a:r>
              <a:t/>
            </a:r>
            <a:endParaRPr sz="1200">
              <a:solidFill>
                <a:schemeClr val="dk1"/>
              </a:solidFill>
              <a:latin typeface="Jost"/>
              <a:ea typeface="Jost"/>
              <a:cs typeface="Jost"/>
              <a:sym typeface="Jost"/>
            </a:endParaRPr>
          </a:p>
        </p:txBody>
      </p:sp>
      <p:pic>
        <p:nvPicPr>
          <p:cNvPr id="499" name="Google Shape;499;p53"/>
          <p:cNvPicPr preferRelativeResize="0"/>
          <p:nvPr/>
        </p:nvPicPr>
        <p:blipFill>
          <a:blip r:embed="rId3">
            <a:alphaModFix/>
          </a:blip>
          <a:stretch>
            <a:fillRect/>
          </a:stretch>
        </p:blipFill>
        <p:spPr>
          <a:xfrm>
            <a:off x="5710900" y="0"/>
            <a:ext cx="3433100" cy="5143500"/>
          </a:xfrm>
          <a:prstGeom prst="rect">
            <a:avLst/>
          </a:prstGeom>
          <a:noFill/>
          <a:ln>
            <a:noFill/>
          </a:ln>
        </p:spPr>
      </p:pic>
      <p:sp>
        <p:nvSpPr>
          <p:cNvPr id="500" name="Google Shape;500;p53"/>
          <p:cNvSpPr txBox="1"/>
          <p:nvPr>
            <p:ph idx="4294967295" type="title"/>
          </p:nvPr>
        </p:nvSpPr>
        <p:spPr>
          <a:xfrm>
            <a:off x="6414875" y="58625"/>
            <a:ext cx="2500500" cy="172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CSStress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54"/>
          <p:cNvSpPr/>
          <p:nvPr/>
        </p:nvSpPr>
        <p:spPr>
          <a:xfrm>
            <a:off x="228750" y="2590686"/>
            <a:ext cx="8686500" cy="723000"/>
          </a:xfrm>
          <a:prstGeom prst="roundRect">
            <a:avLst>
              <a:gd fmla="val 7911" name="adj"/>
            </a:avLst>
          </a:prstGeom>
          <a:solidFill>
            <a:schemeClr val="lt1"/>
          </a:solidFill>
          <a:ln>
            <a:noFill/>
          </a:ln>
          <a:effectLst>
            <a:outerShdw blurRad="185738" rotWithShape="0" algn="bl">
              <a:schemeClr val="lt2">
                <a:alpha val="64999"/>
              </a:scheme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sz="1000">
              <a:solidFill>
                <a:schemeClr val="dk1"/>
              </a:solidFill>
              <a:latin typeface="Jost"/>
              <a:ea typeface="Jost"/>
              <a:cs typeface="Jost"/>
              <a:sym typeface="Jost"/>
            </a:endParaRPr>
          </a:p>
        </p:txBody>
      </p:sp>
      <p:sp>
        <p:nvSpPr>
          <p:cNvPr id="506" name="Google Shape;506;p54"/>
          <p:cNvSpPr/>
          <p:nvPr/>
        </p:nvSpPr>
        <p:spPr>
          <a:xfrm>
            <a:off x="228750" y="1142175"/>
            <a:ext cx="8686500" cy="723000"/>
          </a:xfrm>
          <a:prstGeom prst="roundRect">
            <a:avLst>
              <a:gd fmla="val 6822" name="adj"/>
            </a:avLst>
          </a:prstGeom>
          <a:solidFill>
            <a:schemeClr val="lt1"/>
          </a:solidFill>
          <a:ln>
            <a:noFill/>
          </a:ln>
          <a:effectLst>
            <a:outerShdw blurRad="185738" rotWithShape="0" algn="bl">
              <a:schemeClr val="lt2">
                <a:alpha val="64999"/>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dk1"/>
              </a:solidFill>
              <a:latin typeface="Jost"/>
              <a:ea typeface="Jost"/>
              <a:cs typeface="Jost"/>
              <a:sym typeface="Jost"/>
            </a:endParaRPr>
          </a:p>
        </p:txBody>
      </p:sp>
      <p:sp>
        <p:nvSpPr>
          <p:cNvPr id="507" name="Google Shape;507;p54"/>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a:t>CSStress</a:t>
            </a:r>
            <a:endParaRPr/>
          </a:p>
        </p:txBody>
      </p:sp>
      <p:sp>
        <p:nvSpPr>
          <p:cNvPr id="508" name="Google Shape;508;p54"/>
          <p:cNvSpPr txBox="1"/>
          <p:nvPr>
            <p:ph idx="1" type="body"/>
          </p:nvPr>
        </p:nvSpPr>
        <p:spPr>
          <a:xfrm>
            <a:off x="4637600" y="3499988"/>
            <a:ext cx="3934800" cy="449100"/>
          </a:xfrm>
          <a:prstGeom prst="rect">
            <a:avLst/>
          </a:prstGeom>
        </p:spPr>
        <p:txBody>
          <a:bodyPr anchorCtr="0" anchor="ctr" bIns="0" lIns="0" spcFirstLastPara="1" rIns="0" wrap="square" tIns="0">
            <a:noAutofit/>
          </a:bodyPr>
          <a:lstStyle/>
          <a:p>
            <a:pPr indent="0" lvl="0" marL="12700" rtl="0" algn="l">
              <a:lnSpc>
                <a:spcPct val="115000"/>
              </a:lnSpc>
              <a:spcBef>
                <a:spcPts val="0"/>
              </a:spcBef>
              <a:spcAft>
                <a:spcPts val="200"/>
              </a:spcAft>
              <a:buNone/>
            </a:pPr>
            <a:r>
              <a:rPr lang="en"/>
              <a:t>Feeding the previous run’s changes into the next prompt prevented Codex from regressing</a:t>
            </a:r>
            <a:endParaRPr/>
          </a:p>
        </p:txBody>
      </p:sp>
      <p:sp>
        <p:nvSpPr>
          <p:cNvPr id="509" name="Google Shape;509;p54"/>
          <p:cNvSpPr txBox="1"/>
          <p:nvPr>
            <p:ph idx="3" type="subTitle"/>
          </p:nvPr>
        </p:nvSpPr>
        <p:spPr>
          <a:xfrm>
            <a:off x="1603898" y="3516608"/>
            <a:ext cx="2372700" cy="415800"/>
          </a:xfrm>
          <a:prstGeom prst="rect">
            <a:avLst/>
          </a:prstGeom>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
              <a:t>Context compounds </a:t>
            </a:r>
            <a:endParaRPr/>
          </a:p>
        </p:txBody>
      </p:sp>
      <p:sp>
        <p:nvSpPr>
          <p:cNvPr id="510" name="Google Shape;510;p54"/>
          <p:cNvSpPr txBox="1"/>
          <p:nvPr>
            <p:ph idx="4" type="subTitle"/>
          </p:nvPr>
        </p:nvSpPr>
        <p:spPr>
          <a:xfrm>
            <a:off x="330825" y="3363037"/>
            <a:ext cx="923400" cy="72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04</a:t>
            </a:r>
            <a:endParaRPr/>
          </a:p>
        </p:txBody>
      </p:sp>
      <p:sp>
        <p:nvSpPr>
          <p:cNvPr id="511" name="Google Shape;511;p54"/>
          <p:cNvSpPr txBox="1"/>
          <p:nvPr>
            <p:ph idx="5" type="body"/>
          </p:nvPr>
        </p:nvSpPr>
        <p:spPr>
          <a:xfrm>
            <a:off x="4637613" y="2769238"/>
            <a:ext cx="3934800" cy="366000"/>
          </a:xfrm>
          <a:prstGeom prst="rect">
            <a:avLst/>
          </a:prstGeom>
        </p:spPr>
        <p:txBody>
          <a:bodyPr anchorCtr="0" anchor="ctr" bIns="0" lIns="0" spcFirstLastPara="1" rIns="0" wrap="square" tIns="0">
            <a:noAutofit/>
          </a:bodyPr>
          <a:lstStyle/>
          <a:p>
            <a:pPr indent="0" lvl="0" marL="12700" rtl="0" algn="l">
              <a:lnSpc>
                <a:spcPct val="115000"/>
              </a:lnSpc>
              <a:spcBef>
                <a:spcPts val="0"/>
              </a:spcBef>
              <a:spcAft>
                <a:spcPts val="200"/>
              </a:spcAft>
              <a:buNone/>
            </a:pPr>
            <a:r>
              <a:rPr lang="en"/>
              <a:t>Modular architecture from run 3 kept the engine stable through 17 more iterations</a:t>
            </a:r>
            <a:endParaRPr/>
          </a:p>
        </p:txBody>
      </p:sp>
      <p:sp>
        <p:nvSpPr>
          <p:cNvPr id="512" name="Google Shape;512;p54"/>
          <p:cNvSpPr txBox="1"/>
          <p:nvPr>
            <p:ph idx="6" type="subTitle"/>
          </p:nvPr>
        </p:nvSpPr>
        <p:spPr>
          <a:xfrm>
            <a:off x="1603911" y="2782781"/>
            <a:ext cx="2372700" cy="338700"/>
          </a:xfrm>
          <a:prstGeom prst="rect">
            <a:avLst/>
          </a:prstGeom>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
              <a:t>Testing is non-negotiable </a:t>
            </a:r>
            <a:endParaRPr/>
          </a:p>
        </p:txBody>
      </p:sp>
      <p:sp>
        <p:nvSpPr>
          <p:cNvPr id="513" name="Google Shape;513;p54"/>
          <p:cNvSpPr txBox="1"/>
          <p:nvPr>
            <p:ph idx="7" type="subTitle"/>
          </p:nvPr>
        </p:nvSpPr>
        <p:spPr>
          <a:xfrm>
            <a:off x="330837" y="2657660"/>
            <a:ext cx="923400" cy="589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03</a:t>
            </a:r>
            <a:endParaRPr/>
          </a:p>
        </p:txBody>
      </p:sp>
      <p:sp>
        <p:nvSpPr>
          <p:cNvPr id="514" name="Google Shape;514;p54"/>
          <p:cNvSpPr txBox="1"/>
          <p:nvPr>
            <p:ph idx="8" type="body"/>
          </p:nvPr>
        </p:nvSpPr>
        <p:spPr>
          <a:xfrm>
            <a:off x="4637600" y="2025236"/>
            <a:ext cx="3934800" cy="398100"/>
          </a:xfrm>
          <a:prstGeom prst="rect">
            <a:avLst/>
          </a:prstGeom>
        </p:spPr>
        <p:txBody>
          <a:bodyPr anchorCtr="0" anchor="ctr" bIns="0" lIns="0" spcFirstLastPara="1" rIns="0" wrap="square" tIns="0">
            <a:noAutofit/>
          </a:bodyPr>
          <a:lstStyle/>
          <a:p>
            <a:pPr indent="0" lvl="0" marL="12700" rtl="0" algn="l">
              <a:lnSpc>
                <a:spcPct val="115000"/>
              </a:lnSpc>
              <a:spcBef>
                <a:spcPts val="0"/>
              </a:spcBef>
              <a:spcAft>
                <a:spcPts val="200"/>
              </a:spcAft>
              <a:buNone/>
            </a:pPr>
            <a:r>
              <a:rPr lang="en"/>
              <a:t>Audio and themes built fast. Reel centering took 7+ attempts across runs 7–20</a:t>
            </a:r>
            <a:endParaRPr/>
          </a:p>
        </p:txBody>
      </p:sp>
      <p:sp>
        <p:nvSpPr>
          <p:cNvPr id="515" name="Google Shape;515;p54"/>
          <p:cNvSpPr txBox="1"/>
          <p:nvPr>
            <p:ph idx="9" type="subTitle"/>
          </p:nvPr>
        </p:nvSpPr>
        <p:spPr>
          <a:xfrm>
            <a:off x="1603898" y="2039976"/>
            <a:ext cx="2372700" cy="368700"/>
          </a:xfrm>
          <a:prstGeom prst="rect">
            <a:avLst/>
          </a:prstGeom>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
              <a:t>AI excels at features, struggles at layout </a:t>
            </a:r>
            <a:endParaRPr/>
          </a:p>
        </p:txBody>
      </p:sp>
      <p:sp>
        <p:nvSpPr>
          <p:cNvPr id="516" name="Google Shape;516;p54"/>
          <p:cNvSpPr txBox="1"/>
          <p:nvPr>
            <p:ph idx="13" type="subTitle"/>
          </p:nvPr>
        </p:nvSpPr>
        <p:spPr>
          <a:xfrm>
            <a:off x="330825" y="1903801"/>
            <a:ext cx="923400" cy="641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02</a:t>
            </a:r>
            <a:endParaRPr/>
          </a:p>
        </p:txBody>
      </p:sp>
      <p:sp>
        <p:nvSpPr>
          <p:cNvPr id="517" name="Google Shape;517;p54"/>
          <p:cNvSpPr txBox="1"/>
          <p:nvPr>
            <p:ph idx="14" type="body"/>
          </p:nvPr>
        </p:nvSpPr>
        <p:spPr>
          <a:xfrm>
            <a:off x="4637600" y="1320725"/>
            <a:ext cx="3934800" cy="366000"/>
          </a:xfrm>
          <a:prstGeom prst="rect">
            <a:avLst/>
          </a:prstGeom>
        </p:spPr>
        <p:txBody>
          <a:bodyPr anchorCtr="0" anchor="ctr" bIns="0" lIns="0" spcFirstLastPara="1" rIns="0" wrap="square" tIns="0">
            <a:noAutofit/>
          </a:bodyPr>
          <a:lstStyle/>
          <a:p>
            <a:pPr indent="0" lvl="0" marL="0" rtl="0" algn="l">
              <a:lnSpc>
                <a:spcPct val="115000"/>
              </a:lnSpc>
              <a:spcBef>
                <a:spcPts val="0"/>
              </a:spcBef>
              <a:spcAft>
                <a:spcPts val="200"/>
              </a:spcAft>
              <a:buNone/>
            </a:pPr>
            <a:r>
              <a:rPr lang="en"/>
              <a:t>Specific prompts with exact line numbers and device constraints gave clean targeted changes</a:t>
            </a:r>
            <a:endParaRPr/>
          </a:p>
        </p:txBody>
      </p:sp>
      <p:sp>
        <p:nvSpPr>
          <p:cNvPr id="518" name="Google Shape;518;p54"/>
          <p:cNvSpPr txBox="1"/>
          <p:nvPr>
            <p:ph idx="15" type="subTitle"/>
          </p:nvPr>
        </p:nvSpPr>
        <p:spPr>
          <a:xfrm>
            <a:off x="1603898" y="1334270"/>
            <a:ext cx="2372700" cy="338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Precision beats luck </a:t>
            </a:r>
            <a:r>
              <a:rPr lang="en"/>
              <a:t> </a:t>
            </a:r>
            <a:endParaRPr/>
          </a:p>
        </p:txBody>
      </p:sp>
      <p:sp>
        <p:nvSpPr>
          <p:cNvPr id="519" name="Google Shape;519;p54"/>
          <p:cNvSpPr txBox="1"/>
          <p:nvPr>
            <p:ph idx="16" type="subTitle"/>
          </p:nvPr>
        </p:nvSpPr>
        <p:spPr>
          <a:xfrm>
            <a:off x="330825" y="1209149"/>
            <a:ext cx="923400" cy="589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01</a:t>
            </a:r>
            <a:endParaRPr/>
          </a:p>
        </p:txBody>
      </p:sp>
      <p:sp>
        <p:nvSpPr>
          <p:cNvPr id="520" name="Google Shape;520;p54"/>
          <p:cNvSpPr txBox="1"/>
          <p:nvPr>
            <p:ph idx="17" type="title"/>
          </p:nvPr>
        </p:nvSpPr>
        <p:spPr>
          <a:xfrm>
            <a:off x="228600" y="457200"/>
            <a:ext cx="41604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3600">
                <a:solidFill>
                  <a:srgbClr val="FFFFFF"/>
                </a:solidFill>
                <a:latin typeface="Jost"/>
                <a:ea typeface="Jost"/>
                <a:cs typeface="Jost"/>
                <a:sym typeface="Jost"/>
              </a:rPr>
              <a:t>Takeaways</a:t>
            </a:r>
            <a:r>
              <a:rPr lang="en"/>
              <a:t> </a:t>
            </a:r>
            <a:endParaRPr/>
          </a:p>
        </p:txBody>
      </p:sp>
      <p:sp>
        <p:nvSpPr>
          <p:cNvPr id="521" name="Google Shape;521;p54"/>
          <p:cNvSpPr/>
          <p:nvPr/>
        </p:nvSpPr>
        <p:spPr>
          <a:xfrm>
            <a:off x="228750" y="4135399"/>
            <a:ext cx="8686500" cy="723000"/>
          </a:xfrm>
          <a:prstGeom prst="roundRect">
            <a:avLst>
              <a:gd fmla="val 7911" name="adj"/>
            </a:avLst>
          </a:prstGeom>
          <a:solidFill>
            <a:schemeClr val="lt1"/>
          </a:solidFill>
          <a:ln>
            <a:noFill/>
          </a:ln>
          <a:effectLst>
            <a:outerShdw blurRad="185738" rotWithShape="0" algn="bl">
              <a:schemeClr val="lt2">
                <a:alpha val="64999"/>
              </a:scheme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sz="1200">
              <a:solidFill>
                <a:schemeClr val="dk1"/>
              </a:solidFill>
              <a:latin typeface="Figtree"/>
              <a:ea typeface="Figtree"/>
              <a:cs typeface="Figtree"/>
              <a:sym typeface="Figtree"/>
            </a:endParaRPr>
          </a:p>
        </p:txBody>
      </p:sp>
      <p:sp>
        <p:nvSpPr>
          <p:cNvPr id="522" name="Google Shape;522;p54"/>
          <p:cNvSpPr txBox="1"/>
          <p:nvPr>
            <p:ph idx="5" type="body"/>
          </p:nvPr>
        </p:nvSpPr>
        <p:spPr>
          <a:xfrm>
            <a:off x="4637613" y="4313951"/>
            <a:ext cx="3934800" cy="366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Every improvement came from a team member observing the product and asking the right question</a:t>
            </a:r>
            <a:endParaRPr/>
          </a:p>
        </p:txBody>
      </p:sp>
      <p:sp>
        <p:nvSpPr>
          <p:cNvPr id="523" name="Google Shape;523;p54"/>
          <p:cNvSpPr txBox="1"/>
          <p:nvPr>
            <p:ph idx="6" type="subTitle"/>
          </p:nvPr>
        </p:nvSpPr>
        <p:spPr>
          <a:xfrm>
            <a:off x="1603911" y="4327493"/>
            <a:ext cx="2372700" cy="338700"/>
          </a:xfrm>
          <a:prstGeom prst="rect">
            <a:avLst/>
          </a:prstGeom>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
              <a:t>Human judgment is the real driver </a:t>
            </a:r>
            <a:endParaRPr/>
          </a:p>
        </p:txBody>
      </p:sp>
      <p:sp>
        <p:nvSpPr>
          <p:cNvPr id="524" name="Google Shape;524;p54"/>
          <p:cNvSpPr txBox="1"/>
          <p:nvPr>
            <p:ph idx="7" type="subTitle"/>
          </p:nvPr>
        </p:nvSpPr>
        <p:spPr>
          <a:xfrm>
            <a:off x="330837" y="4202373"/>
            <a:ext cx="923400" cy="589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05</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rk mode gradients">
  <a:themeElements>
    <a:clrScheme name="Simple Light">
      <a:dk1>
        <a:srgbClr val="FFFFFF"/>
      </a:dk1>
      <a:lt1>
        <a:srgbClr val="000000"/>
      </a:lt1>
      <a:dk2>
        <a:srgbClr val="FF6234"/>
      </a:dk2>
      <a:lt2>
        <a:srgbClr val="AB4FF6"/>
      </a:lt2>
      <a:accent1>
        <a:srgbClr val="202124"/>
      </a:accent1>
      <a:accent2>
        <a:srgbClr val="F7F2F1"/>
      </a:accent2>
      <a:accent3>
        <a:srgbClr val="BABCC2"/>
      </a:accent3>
      <a:accent4>
        <a:srgbClr val="FCE5CD"/>
      </a:accent4>
      <a:accent5>
        <a:srgbClr val="FF5F79"/>
      </a:accent5>
      <a:accent6>
        <a:srgbClr val="D20972"/>
      </a:accent6>
      <a:hlink>
        <a:srgbClr val="3C78D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